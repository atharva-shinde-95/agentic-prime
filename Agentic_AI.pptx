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60"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1" r:id="rId23"/>
    <p:sldId id="282" r:id="rId24"/>
    <p:sldId id="283" r:id="rId25"/>
    <p:sldId id="284" r:id="rId26"/>
    <p:sldId id="285" r:id="rId27"/>
    <p:sldId id="286" r:id="rId28"/>
    <p:sldId id="280"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9CEB86-E73C-48E8-89F8-7591D818CDF9}"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en-US"/>
        </a:p>
      </dgm:t>
    </dgm:pt>
    <dgm:pt modelId="{6D1F02AA-1B4D-4836-BBF0-95D5EE52E745}">
      <dgm:prSet/>
      <dgm:spPr/>
      <dgm:t>
        <a:bodyPr/>
        <a:lstStyle/>
        <a:p>
          <a:r>
            <a:rPr lang="en-IN" b="1"/>
            <a:t>Workflow design</a:t>
          </a:r>
          <a:endParaRPr lang="en-US"/>
        </a:p>
      </dgm:t>
    </dgm:pt>
    <dgm:pt modelId="{7AAB0AA4-ED13-41A9-BD29-A7904B64E6C5}" type="parTrans" cxnId="{A3807CA0-3567-4B5F-B44A-B841904A5574}">
      <dgm:prSet/>
      <dgm:spPr/>
      <dgm:t>
        <a:bodyPr/>
        <a:lstStyle/>
        <a:p>
          <a:endParaRPr lang="en-US"/>
        </a:p>
      </dgm:t>
    </dgm:pt>
    <dgm:pt modelId="{8F83F656-AF1C-43A2-9655-919ED147C2D7}" type="sibTrans" cxnId="{A3807CA0-3567-4B5F-B44A-B841904A5574}">
      <dgm:prSet/>
      <dgm:spPr/>
      <dgm:t>
        <a:bodyPr/>
        <a:lstStyle/>
        <a:p>
          <a:endParaRPr lang="en-US"/>
        </a:p>
      </dgm:t>
    </dgm:pt>
    <dgm:pt modelId="{1B02BE0B-31DD-46DF-81D4-A91B4E13B8A6}">
      <dgm:prSet/>
      <dgm:spPr/>
      <dgm:t>
        <a:bodyPr/>
        <a:lstStyle/>
        <a:p>
          <a:r>
            <a:rPr lang="en-IN" b="1"/>
            <a:t>Use AI agents inject best practices and </a:t>
          </a:r>
          <a:r>
            <a:rPr lang="en-IN" b="1" u="sng"/>
            <a:t>design new workflows quickly</a:t>
          </a:r>
          <a:r>
            <a:rPr lang="en-IN" b="1"/>
            <a:t>.</a:t>
          </a:r>
          <a:endParaRPr lang="en-US"/>
        </a:p>
      </dgm:t>
    </dgm:pt>
    <dgm:pt modelId="{F5124B28-9D7C-42C4-B51E-9BB82438747A}" type="parTrans" cxnId="{B7B7AA01-6425-41D8-BCBB-85353B4D90A9}">
      <dgm:prSet/>
      <dgm:spPr/>
      <dgm:t>
        <a:bodyPr/>
        <a:lstStyle/>
        <a:p>
          <a:endParaRPr lang="en-US"/>
        </a:p>
      </dgm:t>
    </dgm:pt>
    <dgm:pt modelId="{60A674FE-136B-413E-9CCD-3314AF51BD50}" type="sibTrans" cxnId="{B7B7AA01-6425-41D8-BCBB-85353B4D90A9}">
      <dgm:prSet/>
      <dgm:spPr/>
      <dgm:t>
        <a:bodyPr/>
        <a:lstStyle/>
        <a:p>
          <a:endParaRPr lang="en-US"/>
        </a:p>
      </dgm:t>
    </dgm:pt>
    <dgm:pt modelId="{CBEFF7F5-A88A-4B28-8EC6-8854C34F2954}">
      <dgm:prSet/>
      <dgm:spPr/>
      <dgm:t>
        <a:bodyPr/>
        <a:lstStyle/>
        <a:p>
          <a:r>
            <a:rPr lang="en-IN" b="1" u="sng"/>
            <a:t>AI-powered decisioning</a:t>
          </a:r>
          <a:endParaRPr lang="en-US"/>
        </a:p>
      </dgm:t>
    </dgm:pt>
    <dgm:pt modelId="{779B31F4-7041-4EC9-AED7-0EAE11877175}" type="parTrans" cxnId="{5B2AE0B3-37E7-468A-B616-F294B4E69DC6}">
      <dgm:prSet/>
      <dgm:spPr/>
      <dgm:t>
        <a:bodyPr/>
        <a:lstStyle/>
        <a:p>
          <a:endParaRPr lang="en-US"/>
        </a:p>
      </dgm:t>
    </dgm:pt>
    <dgm:pt modelId="{A2F8551D-3175-4261-8810-E1403064B0A3}" type="sibTrans" cxnId="{5B2AE0B3-37E7-468A-B616-F294B4E69DC6}">
      <dgm:prSet/>
      <dgm:spPr/>
      <dgm:t>
        <a:bodyPr/>
        <a:lstStyle/>
        <a:p>
          <a:endParaRPr lang="en-US"/>
        </a:p>
      </dgm:t>
    </dgm:pt>
    <dgm:pt modelId="{045C77F5-3E29-4B80-8581-47E8CDE453BF}">
      <dgm:prSet/>
      <dgm:spPr/>
      <dgm:t>
        <a:bodyPr/>
        <a:lstStyle/>
        <a:p>
          <a:r>
            <a:rPr lang="en-IN" b="1"/>
            <a:t>Automate decisions based on context-rich data to determine the </a:t>
          </a:r>
          <a:r>
            <a:rPr lang="en-IN" b="1" u="sng"/>
            <a:t>next best action</a:t>
          </a:r>
          <a:r>
            <a:rPr lang="en-IN" b="1"/>
            <a:t> or advance work through straight-through processing.</a:t>
          </a:r>
          <a:endParaRPr lang="en-US"/>
        </a:p>
      </dgm:t>
    </dgm:pt>
    <dgm:pt modelId="{B8BDC977-53CE-49A0-BAC9-8213595EDFF1}" type="parTrans" cxnId="{279EC6BA-1FE5-4437-B192-88D81D8D675E}">
      <dgm:prSet/>
      <dgm:spPr/>
      <dgm:t>
        <a:bodyPr/>
        <a:lstStyle/>
        <a:p>
          <a:endParaRPr lang="en-US"/>
        </a:p>
      </dgm:t>
    </dgm:pt>
    <dgm:pt modelId="{12DA0060-311E-44A8-A8C0-F780A1B1BDC0}" type="sibTrans" cxnId="{279EC6BA-1FE5-4437-B192-88D81D8D675E}">
      <dgm:prSet/>
      <dgm:spPr/>
      <dgm:t>
        <a:bodyPr/>
        <a:lstStyle/>
        <a:p>
          <a:endParaRPr lang="en-US"/>
        </a:p>
      </dgm:t>
    </dgm:pt>
    <dgm:pt modelId="{51BC09CC-B971-451E-9227-56B178A863F2}">
      <dgm:prSet/>
      <dgm:spPr/>
      <dgm:t>
        <a:bodyPr/>
        <a:lstStyle/>
        <a:p>
          <a:r>
            <a:rPr lang="en-IN" b="1"/>
            <a:t>Workflow execution</a:t>
          </a:r>
          <a:endParaRPr lang="en-US"/>
        </a:p>
      </dgm:t>
    </dgm:pt>
    <dgm:pt modelId="{A21BB7B9-0C38-4B10-9DDB-526243C05AB9}" type="parTrans" cxnId="{4114C5F1-4786-4AF0-A924-17D5AC478026}">
      <dgm:prSet/>
      <dgm:spPr/>
      <dgm:t>
        <a:bodyPr/>
        <a:lstStyle/>
        <a:p>
          <a:endParaRPr lang="en-US"/>
        </a:p>
      </dgm:t>
    </dgm:pt>
    <dgm:pt modelId="{5455C484-BD96-487C-A163-69607724B4D0}" type="sibTrans" cxnId="{4114C5F1-4786-4AF0-A924-17D5AC478026}">
      <dgm:prSet/>
      <dgm:spPr/>
      <dgm:t>
        <a:bodyPr/>
        <a:lstStyle/>
        <a:p>
          <a:endParaRPr lang="en-US"/>
        </a:p>
      </dgm:t>
    </dgm:pt>
    <dgm:pt modelId="{E71DB99A-D546-40DC-80EF-70672CE407D6}">
      <dgm:prSet/>
      <dgm:spPr/>
      <dgm:t>
        <a:bodyPr/>
        <a:lstStyle/>
        <a:p>
          <a:r>
            <a:rPr lang="en-IN" b="1"/>
            <a:t>AI agents can find the right workflows needed to resolve a user request and execute them automatically.</a:t>
          </a:r>
          <a:endParaRPr lang="en-US"/>
        </a:p>
      </dgm:t>
    </dgm:pt>
    <dgm:pt modelId="{6DE6F4AA-23F4-4964-BEBC-62D487A855AF}" type="parTrans" cxnId="{A8790434-0EB7-4EE5-B74B-3E10D87E4B7A}">
      <dgm:prSet/>
      <dgm:spPr/>
      <dgm:t>
        <a:bodyPr/>
        <a:lstStyle/>
        <a:p>
          <a:endParaRPr lang="en-US"/>
        </a:p>
      </dgm:t>
    </dgm:pt>
    <dgm:pt modelId="{41DB480A-8380-48DC-93CD-0578A3F792CD}" type="sibTrans" cxnId="{A8790434-0EB7-4EE5-B74B-3E10D87E4B7A}">
      <dgm:prSet/>
      <dgm:spPr/>
      <dgm:t>
        <a:bodyPr/>
        <a:lstStyle/>
        <a:p>
          <a:endParaRPr lang="en-US"/>
        </a:p>
      </dgm:t>
    </dgm:pt>
    <dgm:pt modelId="{11A7542E-344C-45D5-99E7-C76B6D9DC4C5}">
      <dgm:prSet/>
      <dgm:spPr/>
      <dgm:t>
        <a:bodyPr/>
        <a:lstStyle/>
        <a:p>
          <a:r>
            <a:rPr lang="en-IN" b="1" u="sng"/>
            <a:t>Workflow optimization</a:t>
          </a:r>
          <a:endParaRPr lang="en-US"/>
        </a:p>
      </dgm:t>
    </dgm:pt>
    <dgm:pt modelId="{B3EA419D-1005-4367-8DC1-702079FB7EEC}" type="parTrans" cxnId="{DD453F87-9231-43D9-8A66-21D72C25D532}">
      <dgm:prSet/>
      <dgm:spPr/>
      <dgm:t>
        <a:bodyPr/>
        <a:lstStyle/>
        <a:p>
          <a:endParaRPr lang="en-US"/>
        </a:p>
      </dgm:t>
    </dgm:pt>
    <dgm:pt modelId="{87A59CA0-A08C-48D9-878E-53CBF6064BEA}" type="sibTrans" cxnId="{DD453F87-9231-43D9-8A66-21D72C25D532}">
      <dgm:prSet/>
      <dgm:spPr/>
      <dgm:t>
        <a:bodyPr/>
        <a:lstStyle/>
        <a:p>
          <a:endParaRPr lang="en-US"/>
        </a:p>
      </dgm:t>
    </dgm:pt>
    <dgm:pt modelId="{ECF06BA6-11D8-4BED-A0C1-BFE10DD67243}">
      <dgm:prSet/>
      <dgm:spPr/>
      <dgm:t>
        <a:bodyPr/>
        <a:lstStyle/>
        <a:p>
          <a:r>
            <a:rPr lang="en-IN" b="1"/>
            <a:t>Use AI agents to optimize and execute complex, multi-step workflows.</a:t>
          </a:r>
          <a:endParaRPr lang="en-US"/>
        </a:p>
      </dgm:t>
    </dgm:pt>
    <dgm:pt modelId="{0424F922-B356-4CC0-9C16-3B20A20A7DA6}" type="parTrans" cxnId="{33B34274-8FCE-4A86-BCE5-47FBAC8E4792}">
      <dgm:prSet/>
      <dgm:spPr/>
      <dgm:t>
        <a:bodyPr/>
        <a:lstStyle/>
        <a:p>
          <a:endParaRPr lang="en-US"/>
        </a:p>
      </dgm:t>
    </dgm:pt>
    <dgm:pt modelId="{63BCA927-77F6-4EE2-91D6-235151A3F068}" type="sibTrans" cxnId="{33B34274-8FCE-4A86-BCE5-47FBAC8E4792}">
      <dgm:prSet/>
      <dgm:spPr/>
      <dgm:t>
        <a:bodyPr/>
        <a:lstStyle/>
        <a:p>
          <a:endParaRPr lang="en-US"/>
        </a:p>
      </dgm:t>
    </dgm:pt>
    <dgm:pt modelId="{2A061C36-04A9-4989-B780-3C57E6A6F017}">
      <dgm:prSet/>
      <dgm:spPr/>
      <dgm:t>
        <a:bodyPr/>
        <a:lstStyle/>
        <a:p>
          <a:r>
            <a:rPr lang="en-IN" b="1"/>
            <a:t>Adaptability</a:t>
          </a:r>
          <a:endParaRPr lang="en-US"/>
        </a:p>
      </dgm:t>
    </dgm:pt>
    <dgm:pt modelId="{AE61AFFF-605C-4E03-B739-34DC311B2B84}" type="parTrans" cxnId="{8988314E-82F7-44B4-ABF3-7BE7F84B6DE8}">
      <dgm:prSet/>
      <dgm:spPr/>
      <dgm:t>
        <a:bodyPr/>
        <a:lstStyle/>
        <a:p>
          <a:endParaRPr lang="en-US"/>
        </a:p>
      </dgm:t>
    </dgm:pt>
    <dgm:pt modelId="{2EE82C39-D952-4CAF-B8D6-B327A73ADDD8}" type="sibTrans" cxnId="{8988314E-82F7-44B4-ABF3-7BE7F84B6DE8}">
      <dgm:prSet/>
      <dgm:spPr/>
      <dgm:t>
        <a:bodyPr/>
        <a:lstStyle/>
        <a:p>
          <a:endParaRPr lang="en-US"/>
        </a:p>
      </dgm:t>
    </dgm:pt>
    <dgm:pt modelId="{E4393075-A21D-4886-9F85-8EA0B5EF33CC}">
      <dgm:prSet/>
      <dgm:spPr/>
      <dgm:t>
        <a:bodyPr/>
        <a:lstStyle/>
        <a:p>
          <a:r>
            <a:rPr lang="en-IN" b="1"/>
            <a:t>Build business agility. Agentic AI adjusts to change and </a:t>
          </a:r>
          <a:r>
            <a:rPr lang="en-IN" b="1" u="sng"/>
            <a:t>predicts future scenarios</a:t>
          </a:r>
          <a:r>
            <a:rPr lang="en-IN" b="1"/>
            <a:t> to ensure the best outcomes.</a:t>
          </a:r>
          <a:endParaRPr lang="en-US"/>
        </a:p>
      </dgm:t>
    </dgm:pt>
    <dgm:pt modelId="{6DD7F118-F1F0-4A15-819A-8D758EEBDC71}" type="parTrans" cxnId="{A1EE844B-FAFD-4031-A7C7-B18B1CD80C56}">
      <dgm:prSet/>
      <dgm:spPr/>
      <dgm:t>
        <a:bodyPr/>
        <a:lstStyle/>
        <a:p>
          <a:endParaRPr lang="en-US"/>
        </a:p>
      </dgm:t>
    </dgm:pt>
    <dgm:pt modelId="{4C28856E-809D-431B-BAC3-97A085866682}" type="sibTrans" cxnId="{A1EE844B-FAFD-4031-A7C7-B18B1CD80C56}">
      <dgm:prSet/>
      <dgm:spPr/>
      <dgm:t>
        <a:bodyPr/>
        <a:lstStyle/>
        <a:p>
          <a:endParaRPr lang="en-US"/>
        </a:p>
      </dgm:t>
    </dgm:pt>
    <dgm:pt modelId="{527EE08F-C2CA-4565-94A8-A20D69A0A8C7}" type="pres">
      <dgm:prSet presAssocID="{A39CEB86-E73C-48E8-89F8-7591D818CDF9}" presName="linear" presStyleCnt="0">
        <dgm:presLayoutVars>
          <dgm:dir/>
          <dgm:animLvl val="lvl"/>
          <dgm:resizeHandles val="exact"/>
        </dgm:presLayoutVars>
      </dgm:prSet>
      <dgm:spPr/>
    </dgm:pt>
    <dgm:pt modelId="{09D1BEA3-A89B-4595-8B9C-A49EE20F9826}" type="pres">
      <dgm:prSet presAssocID="{6D1F02AA-1B4D-4836-BBF0-95D5EE52E745}" presName="parentLin" presStyleCnt="0"/>
      <dgm:spPr/>
    </dgm:pt>
    <dgm:pt modelId="{59E41B52-2170-4628-AA64-5D5F0F803851}" type="pres">
      <dgm:prSet presAssocID="{6D1F02AA-1B4D-4836-BBF0-95D5EE52E745}" presName="parentLeftMargin" presStyleLbl="node1" presStyleIdx="0" presStyleCnt="3"/>
      <dgm:spPr/>
    </dgm:pt>
    <dgm:pt modelId="{765582F2-9EFC-445E-8F1E-AE91BCD10F2F}" type="pres">
      <dgm:prSet presAssocID="{6D1F02AA-1B4D-4836-BBF0-95D5EE52E745}" presName="parentText" presStyleLbl="node1" presStyleIdx="0" presStyleCnt="3">
        <dgm:presLayoutVars>
          <dgm:chMax val="0"/>
          <dgm:bulletEnabled val="1"/>
        </dgm:presLayoutVars>
      </dgm:prSet>
      <dgm:spPr/>
    </dgm:pt>
    <dgm:pt modelId="{2856B3AF-BEC3-47AC-9AD1-C575AA8A1396}" type="pres">
      <dgm:prSet presAssocID="{6D1F02AA-1B4D-4836-BBF0-95D5EE52E745}" presName="negativeSpace" presStyleCnt="0"/>
      <dgm:spPr/>
    </dgm:pt>
    <dgm:pt modelId="{9A146AC4-40F4-405B-848E-07FE1D1BB101}" type="pres">
      <dgm:prSet presAssocID="{6D1F02AA-1B4D-4836-BBF0-95D5EE52E745}" presName="childText" presStyleLbl="conFgAcc1" presStyleIdx="0" presStyleCnt="3">
        <dgm:presLayoutVars>
          <dgm:bulletEnabled val="1"/>
        </dgm:presLayoutVars>
      </dgm:prSet>
      <dgm:spPr/>
    </dgm:pt>
    <dgm:pt modelId="{C3FBFAE2-3A70-48F1-95E4-90A7E08E3F91}" type="pres">
      <dgm:prSet presAssocID="{8F83F656-AF1C-43A2-9655-919ED147C2D7}" presName="spaceBetweenRectangles" presStyleCnt="0"/>
      <dgm:spPr/>
    </dgm:pt>
    <dgm:pt modelId="{54872889-11D6-4E15-A32E-5BFD53E6C1DB}" type="pres">
      <dgm:prSet presAssocID="{CBEFF7F5-A88A-4B28-8EC6-8854C34F2954}" presName="parentLin" presStyleCnt="0"/>
      <dgm:spPr/>
    </dgm:pt>
    <dgm:pt modelId="{BB650D63-A496-4B6F-B8EB-D456EA363506}" type="pres">
      <dgm:prSet presAssocID="{CBEFF7F5-A88A-4B28-8EC6-8854C34F2954}" presName="parentLeftMargin" presStyleLbl="node1" presStyleIdx="0" presStyleCnt="3"/>
      <dgm:spPr/>
    </dgm:pt>
    <dgm:pt modelId="{7862FEC3-089C-49C6-BF19-EC48824D3099}" type="pres">
      <dgm:prSet presAssocID="{CBEFF7F5-A88A-4B28-8EC6-8854C34F2954}" presName="parentText" presStyleLbl="node1" presStyleIdx="1" presStyleCnt="3">
        <dgm:presLayoutVars>
          <dgm:chMax val="0"/>
          <dgm:bulletEnabled val="1"/>
        </dgm:presLayoutVars>
      </dgm:prSet>
      <dgm:spPr/>
    </dgm:pt>
    <dgm:pt modelId="{BDB9696F-3082-44A6-92B8-33D6940F0B78}" type="pres">
      <dgm:prSet presAssocID="{CBEFF7F5-A88A-4B28-8EC6-8854C34F2954}" presName="negativeSpace" presStyleCnt="0"/>
      <dgm:spPr/>
    </dgm:pt>
    <dgm:pt modelId="{5141F224-77ED-4317-B6D3-C6BEB0FA879E}" type="pres">
      <dgm:prSet presAssocID="{CBEFF7F5-A88A-4B28-8EC6-8854C34F2954}" presName="childText" presStyleLbl="conFgAcc1" presStyleIdx="1" presStyleCnt="3">
        <dgm:presLayoutVars>
          <dgm:bulletEnabled val="1"/>
        </dgm:presLayoutVars>
      </dgm:prSet>
      <dgm:spPr/>
    </dgm:pt>
    <dgm:pt modelId="{7F59DDE1-8ADB-4EEA-81E1-CE7C0A10EADB}" type="pres">
      <dgm:prSet presAssocID="{A2F8551D-3175-4261-8810-E1403064B0A3}" presName="spaceBetweenRectangles" presStyleCnt="0"/>
      <dgm:spPr/>
    </dgm:pt>
    <dgm:pt modelId="{48881BB5-4D0A-4995-9580-D36B6A266FDA}" type="pres">
      <dgm:prSet presAssocID="{11A7542E-344C-45D5-99E7-C76B6D9DC4C5}" presName="parentLin" presStyleCnt="0"/>
      <dgm:spPr/>
    </dgm:pt>
    <dgm:pt modelId="{74A48446-CA48-4587-B00E-2BD668EDB62F}" type="pres">
      <dgm:prSet presAssocID="{11A7542E-344C-45D5-99E7-C76B6D9DC4C5}" presName="parentLeftMargin" presStyleLbl="node1" presStyleIdx="1" presStyleCnt="3"/>
      <dgm:spPr/>
    </dgm:pt>
    <dgm:pt modelId="{3B799E56-1C31-4938-917E-3AD0B86151D7}" type="pres">
      <dgm:prSet presAssocID="{11A7542E-344C-45D5-99E7-C76B6D9DC4C5}" presName="parentText" presStyleLbl="node1" presStyleIdx="2" presStyleCnt="3">
        <dgm:presLayoutVars>
          <dgm:chMax val="0"/>
          <dgm:bulletEnabled val="1"/>
        </dgm:presLayoutVars>
      </dgm:prSet>
      <dgm:spPr/>
    </dgm:pt>
    <dgm:pt modelId="{7A1762E4-E59D-486B-87D3-404BA4EBF925}" type="pres">
      <dgm:prSet presAssocID="{11A7542E-344C-45D5-99E7-C76B6D9DC4C5}" presName="negativeSpace" presStyleCnt="0"/>
      <dgm:spPr/>
    </dgm:pt>
    <dgm:pt modelId="{F3385B08-2251-4BEC-97A0-2CDC9552DBC7}" type="pres">
      <dgm:prSet presAssocID="{11A7542E-344C-45D5-99E7-C76B6D9DC4C5}" presName="childText" presStyleLbl="conFgAcc1" presStyleIdx="2" presStyleCnt="3">
        <dgm:presLayoutVars>
          <dgm:bulletEnabled val="1"/>
        </dgm:presLayoutVars>
      </dgm:prSet>
      <dgm:spPr/>
    </dgm:pt>
  </dgm:ptLst>
  <dgm:cxnLst>
    <dgm:cxn modelId="{B7B7AA01-6425-41D8-BCBB-85353B4D90A9}" srcId="{6D1F02AA-1B4D-4836-BBF0-95D5EE52E745}" destId="{1B02BE0B-31DD-46DF-81D4-A91B4E13B8A6}" srcOrd="0" destOrd="0" parTransId="{F5124B28-9D7C-42C4-B51E-9BB82438747A}" sibTransId="{60A674FE-136B-413E-9CCD-3314AF51BD50}"/>
    <dgm:cxn modelId="{0A131304-0D69-421F-8A1A-EDC616C653F0}" type="presOf" srcId="{6D1F02AA-1B4D-4836-BBF0-95D5EE52E745}" destId="{765582F2-9EFC-445E-8F1E-AE91BCD10F2F}" srcOrd="1" destOrd="0" presId="urn:microsoft.com/office/officeart/2005/8/layout/list1"/>
    <dgm:cxn modelId="{EF957712-8D46-427A-A7FE-4442BD28F6E2}" type="presOf" srcId="{E4393075-A21D-4886-9F85-8EA0B5EF33CC}" destId="{F3385B08-2251-4BEC-97A0-2CDC9552DBC7}" srcOrd="0" destOrd="2" presId="urn:microsoft.com/office/officeart/2005/8/layout/list1"/>
    <dgm:cxn modelId="{43F5471A-9383-4BF9-AAF0-E7604F657071}" type="presOf" srcId="{ECF06BA6-11D8-4BED-A0C1-BFE10DD67243}" destId="{F3385B08-2251-4BEC-97A0-2CDC9552DBC7}" srcOrd="0" destOrd="0" presId="urn:microsoft.com/office/officeart/2005/8/layout/list1"/>
    <dgm:cxn modelId="{2ECA7720-6F5D-46DD-BF83-BBFA87F03AFA}" type="presOf" srcId="{045C77F5-3E29-4B80-8581-47E8CDE453BF}" destId="{5141F224-77ED-4317-B6D3-C6BEB0FA879E}" srcOrd="0" destOrd="0" presId="urn:microsoft.com/office/officeart/2005/8/layout/list1"/>
    <dgm:cxn modelId="{9BF35223-2150-47B9-BC2C-8E98A676AB2E}" type="presOf" srcId="{CBEFF7F5-A88A-4B28-8EC6-8854C34F2954}" destId="{7862FEC3-089C-49C6-BF19-EC48824D3099}" srcOrd="1" destOrd="0" presId="urn:microsoft.com/office/officeart/2005/8/layout/list1"/>
    <dgm:cxn modelId="{A8790434-0EB7-4EE5-B74B-3E10D87E4B7A}" srcId="{CBEFF7F5-A88A-4B28-8EC6-8854C34F2954}" destId="{E71DB99A-D546-40DC-80EF-70672CE407D6}" srcOrd="2" destOrd="0" parTransId="{6DE6F4AA-23F4-4964-BEBC-62D487A855AF}" sibTransId="{41DB480A-8380-48DC-93CD-0578A3F792CD}"/>
    <dgm:cxn modelId="{F62C9F5C-659F-400E-95DF-89ADCEAB5008}" type="presOf" srcId="{6D1F02AA-1B4D-4836-BBF0-95D5EE52E745}" destId="{59E41B52-2170-4628-AA64-5D5F0F803851}" srcOrd="0" destOrd="0" presId="urn:microsoft.com/office/officeart/2005/8/layout/list1"/>
    <dgm:cxn modelId="{468CF645-6138-4EA7-97DB-9558C28CC97D}" type="presOf" srcId="{CBEFF7F5-A88A-4B28-8EC6-8854C34F2954}" destId="{BB650D63-A496-4B6F-B8EB-D456EA363506}" srcOrd="0" destOrd="0" presId="urn:microsoft.com/office/officeart/2005/8/layout/list1"/>
    <dgm:cxn modelId="{A1EE844B-FAFD-4031-A7C7-B18B1CD80C56}" srcId="{11A7542E-344C-45D5-99E7-C76B6D9DC4C5}" destId="{E4393075-A21D-4886-9F85-8EA0B5EF33CC}" srcOrd="2" destOrd="0" parTransId="{6DD7F118-F1F0-4A15-819A-8D758EEBDC71}" sibTransId="{4C28856E-809D-431B-BAC3-97A085866682}"/>
    <dgm:cxn modelId="{8988314E-82F7-44B4-ABF3-7BE7F84B6DE8}" srcId="{11A7542E-344C-45D5-99E7-C76B6D9DC4C5}" destId="{2A061C36-04A9-4989-B780-3C57E6A6F017}" srcOrd="1" destOrd="0" parTransId="{AE61AFFF-605C-4E03-B739-34DC311B2B84}" sibTransId="{2EE82C39-D952-4CAF-B8D6-B327A73ADDD8}"/>
    <dgm:cxn modelId="{72996B4E-A4A1-4AD8-B694-021F54DE7E11}" type="presOf" srcId="{A39CEB86-E73C-48E8-89F8-7591D818CDF9}" destId="{527EE08F-C2CA-4565-94A8-A20D69A0A8C7}" srcOrd="0" destOrd="0" presId="urn:microsoft.com/office/officeart/2005/8/layout/list1"/>
    <dgm:cxn modelId="{33B34274-8FCE-4A86-BCE5-47FBAC8E4792}" srcId="{11A7542E-344C-45D5-99E7-C76B6D9DC4C5}" destId="{ECF06BA6-11D8-4BED-A0C1-BFE10DD67243}" srcOrd="0" destOrd="0" parTransId="{0424F922-B356-4CC0-9C16-3B20A20A7DA6}" sibTransId="{63BCA927-77F6-4EE2-91D6-235151A3F068}"/>
    <dgm:cxn modelId="{CE6EFA77-DB03-48C8-9540-B4795C59DB57}" type="presOf" srcId="{E71DB99A-D546-40DC-80EF-70672CE407D6}" destId="{5141F224-77ED-4317-B6D3-C6BEB0FA879E}" srcOrd="0" destOrd="2" presId="urn:microsoft.com/office/officeart/2005/8/layout/list1"/>
    <dgm:cxn modelId="{8F97067D-83A8-46CC-86BF-8065F2367D20}" type="presOf" srcId="{51BC09CC-B971-451E-9227-56B178A863F2}" destId="{5141F224-77ED-4317-B6D3-C6BEB0FA879E}" srcOrd="0" destOrd="1" presId="urn:microsoft.com/office/officeart/2005/8/layout/list1"/>
    <dgm:cxn modelId="{FF6FC17D-9262-41A1-9B48-A1104D65D4DA}" type="presOf" srcId="{2A061C36-04A9-4989-B780-3C57E6A6F017}" destId="{F3385B08-2251-4BEC-97A0-2CDC9552DBC7}" srcOrd="0" destOrd="1" presId="urn:microsoft.com/office/officeart/2005/8/layout/list1"/>
    <dgm:cxn modelId="{2891D284-B577-4FE3-AB40-A17DA07825DF}" type="presOf" srcId="{1B02BE0B-31DD-46DF-81D4-A91B4E13B8A6}" destId="{9A146AC4-40F4-405B-848E-07FE1D1BB101}" srcOrd="0" destOrd="0" presId="urn:microsoft.com/office/officeart/2005/8/layout/list1"/>
    <dgm:cxn modelId="{DD453F87-9231-43D9-8A66-21D72C25D532}" srcId="{A39CEB86-E73C-48E8-89F8-7591D818CDF9}" destId="{11A7542E-344C-45D5-99E7-C76B6D9DC4C5}" srcOrd="2" destOrd="0" parTransId="{B3EA419D-1005-4367-8DC1-702079FB7EEC}" sibTransId="{87A59CA0-A08C-48D9-878E-53CBF6064BEA}"/>
    <dgm:cxn modelId="{A3807CA0-3567-4B5F-B44A-B841904A5574}" srcId="{A39CEB86-E73C-48E8-89F8-7591D818CDF9}" destId="{6D1F02AA-1B4D-4836-BBF0-95D5EE52E745}" srcOrd="0" destOrd="0" parTransId="{7AAB0AA4-ED13-41A9-BD29-A7904B64E6C5}" sibTransId="{8F83F656-AF1C-43A2-9655-919ED147C2D7}"/>
    <dgm:cxn modelId="{5B2AE0B3-37E7-468A-B616-F294B4E69DC6}" srcId="{A39CEB86-E73C-48E8-89F8-7591D818CDF9}" destId="{CBEFF7F5-A88A-4B28-8EC6-8854C34F2954}" srcOrd="1" destOrd="0" parTransId="{779B31F4-7041-4EC9-AED7-0EAE11877175}" sibTransId="{A2F8551D-3175-4261-8810-E1403064B0A3}"/>
    <dgm:cxn modelId="{9383A6B6-7DD4-40BD-BDDE-C95E859BD56F}" type="presOf" srcId="{11A7542E-344C-45D5-99E7-C76B6D9DC4C5}" destId="{3B799E56-1C31-4938-917E-3AD0B86151D7}" srcOrd="1" destOrd="0" presId="urn:microsoft.com/office/officeart/2005/8/layout/list1"/>
    <dgm:cxn modelId="{279EC6BA-1FE5-4437-B192-88D81D8D675E}" srcId="{CBEFF7F5-A88A-4B28-8EC6-8854C34F2954}" destId="{045C77F5-3E29-4B80-8581-47E8CDE453BF}" srcOrd="0" destOrd="0" parTransId="{B8BDC977-53CE-49A0-BAC9-8213595EDFF1}" sibTransId="{12DA0060-311E-44A8-A8C0-F780A1B1BDC0}"/>
    <dgm:cxn modelId="{1EC1C4C0-E1EC-4C3F-B1D1-6736BDDAB13A}" type="presOf" srcId="{11A7542E-344C-45D5-99E7-C76B6D9DC4C5}" destId="{74A48446-CA48-4587-B00E-2BD668EDB62F}" srcOrd="0" destOrd="0" presId="urn:microsoft.com/office/officeart/2005/8/layout/list1"/>
    <dgm:cxn modelId="{4114C5F1-4786-4AF0-A924-17D5AC478026}" srcId="{CBEFF7F5-A88A-4B28-8EC6-8854C34F2954}" destId="{51BC09CC-B971-451E-9227-56B178A863F2}" srcOrd="1" destOrd="0" parTransId="{A21BB7B9-0C38-4B10-9DDB-526243C05AB9}" sibTransId="{5455C484-BD96-487C-A163-69607724B4D0}"/>
    <dgm:cxn modelId="{C6AF0B9A-431A-4439-948E-D32551FA67FE}" type="presParOf" srcId="{527EE08F-C2CA-4565-94A8-A20D69A0A8C7}" destId="{09D1BEA3-A89B-4595-8B9C-A49EE20F9826}" srcOrd="0" destOrd="0" presId="urn:microsoft.com/office/officeart/2005/8/layout/list1"/>
    <dgm:cxn modelId="{18C02937-8BAD-41A2-80A9-75ED2F04057C}" type="presParOf" srcId="{09D1BEA3-A89B-4595-8B9C-A49EE20F9826}" destId="{59E41B52-2170-4628-AA64-5D5F0F803851}" srcOrd="0" destOrd="0" presId="urn:microsoft.com/office/officeart/2005/8/layout/list1"/>
    <dgm:cxn modelId="{3E704685-0D67-4DFE-9B8A-1710D2A52472}" type="presParOf" srcId="{09D1BEA3-A89B-4595-8B9C-A49EE20F9826}" destId="{765582F2-9EFC-445E-8F1E-AE91BCD10F2F}" srcOrd="1" destOrd="0" presId="urn:microsoft.com/office/officeart/2005/8/layout/list1"/>
    <dgm:cxn modelId="{63E07F94-064E-4DC6-9A80-F83415E56008}" type="presParOf" srcId="{527EE08F-C2CA-4565-94A8-A20D69A0A8C7}" destId="{2856B3AF-BEC3-47AC-9AD1-C575AA8A1396}" srcOrd="1" destOrd="0" presId="urn:microsoft.com/office/officeart/2005/8/layout/list1"/>
    <dgm:cxn modelId="{E1F1069B-0ADC-4ED7-92E2-0F047D5957E4}" type="presParOf" srcId="{527EE08F-C2CA-4565-94A8-A20D69A0A8C7}" destId="{9A146AC4-40F4-405B-848E-07FE1D1BB101}" srcOrd="2" destOrd="0" presId="urn:microsoft.com/office/officeart/2005/8/layout/list1"/>
    <dgm:cxn modelId="{E896500C-5C66-461E-92AF-8543DF24F5DC}" type="presParOf" srcId="{527EE08F-C2CA-4565-94A8-A20D69A0A8C7}" destId="{C3FBFAE2-3A70-48F1-95E4-90A7E08E3F91}" srcOrd="3" destOrd="0" presId="urn:microsoft.com/office/officeart/2005/8/layout/list1"/>
    <dgm:cxn modelId="{F315E021-168C-4E13-9E6D-B43D9321F93C}" type="presParOf" srcId="{527EE08F-C2CA-4565-94A8-A20D69A0A8C7}" destId="{54872889-11D6-4E15-A32E-5BFD53E6C1DB}" srcOrd="4" destOrd="0" presId="urn:microsoft.com/office/officeart/2005/8/layout/list1"/>
    <dgm:cxn modelId="{00683733-CFE7-4A41-8477-94B7416EB7FF}" type="presParOf" srcId="{54872889-11D6-4E15-A32E-5BFD53E6C1DB}" destId="{BB650D63-A496-4B6F-B8EB-D456EA363506}" srcOrd="0" destOrd="0" presId="urn:microsoft.com/office/officeart/2005/8/layout/list1"/>
    <dgm:cxn modelId="{DCE157F7-E17C-4080-B950-D1FB8EDDD768}" type="presParOf" srcId="{54872889-11D6-4E15-A32E-5BFD53E6C1DB}" destId="{7862FEC3-089C-49C6-BF19-EC48824D3099}" srcOrd="1" destOrd="0" presId="urn:microsoft.com/office/officeart/2005/8/layout/list1"/>
    <dgm:cxn modelId="{047FEFC3-AF25-4A5E-929B-8752CDFBEC1F}" type="presParOf" srcId="{527EE08F-C2CA-4565-94A8-A20D69A0A8C7}" destId="{BDB9696F-3082-44A6-92B8-33D6940F0B78}" srcOrd="5" destOrd="0" presId="urn:microsoft.com/office/officeart/2005/8/layout/list1"/>
    <dgm:cxn modelId="{F5A9BBF4-07AC-4616-BF3E-D494E355BFF2}" type="presParOf" srcId="{527EE08F-C2CA-4565-94A8-A20D69A0A8C7}" destId="{5141F224-77ED-4317-B6D3-C6BEB0FA879E}" srcOrd="6" destOrd="0" presId="urn:microsoft.com/office/officeart/2005/8/layout/list1"/>
    <dgm:cxn modelId="{4759A49F-B7A4-4C45-83CE-B7E2E1274C18}" type="presParOf" srcId="{527EE08F-C2CA-4565-94A8-A20D69A0A8C7}" destId="{7F59DDE1-8ADB-4EEA-81E1-CE7C0A10EADB}" srcOrd="7" destOrd="0" presId="urn:microsoft.com/office/officeart/2005/8/layout/list1"/>
    <dgm:cxn modelId="{B72F4048-FABD-46C7-912C-2D3DE8276DEB}" type="presParOf" srcId="{527EE08F-C2CA-4565-94A8-A20D69A0A8C7}" destId="{48881BB5-4D0A-4995-9580-D36B6A266FDA}" srcOrd="8" destOrd="0" presId="urn:microsoft.com/office/officeart/2005/8/layout/list1"/>
    <dgm:cxn modelId="{4D825686-ABCA-4AB5-922B-132618A10887}" type="presParOf" srcId="{48881BB5-4D0A-4995-9580-D36B6A266FDA}" destId="{74A48446-CA48-4587-B00E-2BD668EDB62F}" srcOrd="0" destOrd="0" presId="urn:microsoft.com/office/officeart/2005/8/layout/list1"/>
    <dgm:cxn modelId="{E56763A1-A859-46E6-8634-FF3B24407546}" type="presParOf" srcId="{48881BB5-4D0A-4995-9580-D36B6A266FDA}" destId="{3B799E56-1C31-4938-917E-3AD0B86151D7}" srcOrd="1" destOrd="0" presId="urn:microsoft.com/office/officeart/2005/8/layout/list1"/>
    <dgm:cxn modelId="{70059F5A-C2CF-4A28-A0A6-9C17A1C53B0D}" type="presParOf" srcId="{527EE08F-C2CA-4565-94A8-A20D69A0A8C7}" destId="{7A1762E4-E59D-486B-87D3-404BA4EBF925}" srcOrd="9" destOrd="0" presId="urn:microsoft.com/office/officeart/2005/8/layout/list1"/>
    <dgm:cxn modelId="{B0CDD0E1-B4D8-443E-8625-180AC6C50C67}" type="presParOf" srcId="{527EE08F-C2CA-4565-94A8-A20D69A0A8C7}" destId="{F3385B08-2251-4BEC-97A0-2CDC9552DBC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FFCB47-3CBE-49DF-8377-C5D64671E94F}"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E648E24-93B9-4233-93F8-7A91311D2F0A}">
      <dgm:prSet/>
      <dgm:spPr/>
      <dgm:t>
        <a:bodyPr/>
        <a:lstStyle/>
        <a:p>
          <a:pPr>
            <a:lnSpc>
              <a:spcPct val="100000"/>
            </a:lnSpc>
            <a:defRPr b="1"/>
          </a:pPr>
          <a:r>
            <a:rPr lang="en-IN" b="1"/>
            <a:t>Perception (Understanding the Input)</a:t>
          </a:r>
          <a:endParaRPr lang="en-US"/>
        </a:p>
      </dgm:t>
    </dgm:pt>
    <dgm:pt modelId="{AC122DF5-EAC1-4E1C-B341-BB952A7D70D9}" type="parTrans" cxnId="{CEEE8AF3-53EA-4953-A1DD-A2EB1DBE7922}">
      <dgm:prSet/>
      <dgm:spPr/>
      <dgm:t>
        <a:bodyPr/>
        <a:lstStyle/>
        <a:p>
          <a:endParaRPr lang="en-US"/>
        </a:p>
      </dgm:t>
    </dgm:pt>
    <dgm:pt modelId="{C3936A0D-2378-4E79-8C63-F9B82C95AADA}" type="sibTrans" cxnId="{CEEE8AF3-53EA-4953-A1DD-A2EB1DBE7922}">
      <dgm:prSet/>
      <dgm:spPr/>
      <dgm:t>
        <a:bodyPr/>
        <a:lstStyle/>
        <a:p>
          <a:endParaRPr lang="en-US"/>
        </a:p>
      </dgm:t>
    </dgm:pt>
    <dgm:pt modelId="{23B609AD-69D8-495F-9FF1-70AFCA88974E}">
      <dgm:prSet/>
      <dgm:spPr/>
      <dgm:t>
        <a:bodyPr/>
        <a:lstStyle/>
        <a:p>
          <a:pPr>
            <a:lnSpc>
              <a:spcPct val="100000"/>
            </a:lnSpc>
          </a:pPr>
          <a:r>
            <a:rPr lang="en-IN"/>
            <a:t>The agent receives information from the user or environment.</a:t>
          </a:r>
          <a:endParaRPr lang="en-US"/>
        </a:p>
      </dgm:t>
    </dgm:pt>
    <dgm:pt modelId="{59FB213E-851F-4ABD-8D8A-2281530BF5F0}" type="parTrans" cxnId="{C4277B75-563B-4FC5-9C93-8E950145A93F}">
      <dgm:prSet/>
      <dgm:spPr/>
      <dgm:t>
        <a:bodyPr/>
        <a:lstStyle/>
        <a:p>
          <a:endParaRPr lang="en-US"/>
        </a:p>
      </dgm:t>
    </dgm:pt>
    <dgm:pt modelId="{03BA367B-A49A-4219-B7F7-2839E9C27791}" type="sibTrans" cxnId="{C4277B75-563B-4FC5-9C93-8E950145A93F}">
      <dgm:prSet/>
      <dgm:spPr/>
      <dgm:t>
        <a:bodyPr/>
        <a:lstStyle/>
        <a:p>
          <a:endParaRPr lang="en-US"/>
        </a:p>
      </dgm:t>
    </dgm:pt>
    <dgm:pt modelId="{ED6B6039-BE67-4ACE-9696-E5C644544F3A}">
      <dgm:prSet/>
      <dgm:spPr/>
      <dgm:t>
        <a:bodyPr/>
        <a:lstStyle/>
        <a:p>
          <a:pPr>
            <a:lnSpc>
              <a:spcPct val="100000"/>
            </a:lnSpc>
          </a:pPr>
          <a:r>
            <a:rPr lang="en-IN"/>
            <a:t>Converts raw text/data into structured meaning.</a:t>
          </a:r>
          <a:endParaRPr lang="en-US"/>
        </a:p>
      </dgm:t>
    </dgm:pt>
    <dgm:pt modelId="{01DA8C54-350B-44C0-8B35-EC43906E32D7}" type="parTrans" cxnId="{2F103DE9-AD58-4E94-886E-C944D7F7CF14}">
      <dgm:prSet/>
      <dgm:spPr/>
      <dgm:t>
        <a:bodyPr/>
        <a:lstStyle/>
        <a:p>
          <a:endParaRPr lang="en-US"/>
        </a:p>
      </dgm:t>
    </dgm:pt>
    <dgm:pt modelId="{B19C8774-3FAB-429A-9583-7A0E40F2CBCE}" type="sibTrans" cxnId="{2F103DE9-AD58-4E94-886E-C944D7F7CF14}">
      <dgm:prSet/>
      <dgm:spPr/>
      <dgm:t>
        <a:bodyPr/>
        <a:lstStyle/>
        <a:p>
          <a:endParaRPr lang="en-US"/>
        </a:p>
      </dgm:t>
    </dgm:pt>
    <dgm:pt modelId="{761EB49B-DB3A-4DDC-B1DB-DAD05403DB42}">
      <dgm:prSet/>
      <dgm:spPr/>
      <dgm:t>
        <a:bodyPr/>
        <a:lstStyle/>
        <a:p>
          <a:pPr>
            <a:lnSpc>
              <a:spcPct val="100000"/>
            </a:lnSpc>
          </a:pPr>
          <a:r>
            <a:rPr lang="en-IN"/>
            <a:t>Identifies the intent behind the request (e.g., math task, analysis, retrieval).</a:t>
          </a:r>
          <a:endParaRPr lang="en-US"/>
        </a:p>
      </dgm:t>
    </dgm:pt>
    <dgm:pt modelId="{10A75248-3998-4D9D-BCC2-9A2DD4EE2C71}" type="parTrans" cxnId="{599CAB7E-5595-4229-930E-E5B53DE7B74E}">
      <dgm:prSet/>
      <dgm:spPr/>
      <dgm:t>
        <a:bodyPr/>
        <a:lstStyle/>
        <a:p>
          <a:endParaRPr lang="en-US"/>
        </a:p>
      </dgm:t>
    </dgm:pt>
    <dgm:pt modelId="{474C150A-C8B3-4647-B4E6-04FC559280A8}" type="sibTrans" cxnId="{599CAB7E-5595-4229-930E-E5B53DE7B74E}">
      <dgm:prSet/>
      <dgm:spPr/>
      <dgm:t>
        <a:bodyPr/>
        <a:lstStyle/>
        <a:p>
          <a:endParaRPr lang="en-US"/>
        </a:p>
      </dgm:t>
    </dgm:pt>
    <dgm:pt modelId="{830A554F-BC2A-447E-967F-D79AB06F0F0C}">
      <dgm:prSet/>
      <dgm:spPr/>
      <dgm:t>
        <a:bodyPr/>
        <a:lstStyle/>
        <a:p>
          <a:pPr>
            <a:lnSpc>
              <a:spcPct val="100000"/>
            </a:lnSpc>
            <a:defRPr b="1"/>
          </a:pPr>
          <a:r>
            <a:rPr lang="en-IN" b="1"/>
            <a:t>Reasoning (Making Sense of the Situation)</a:t>
          </a:r>
          <a:endParaRPr lang="en-US"/>
        </a:p>
      </dgm:t>
    </dgm:pt>
    <dgm:pt modelId="{F7334ABE-9D5D-4A54-9271-1396BEC38C92}" type="parTrans" cxnId="{49A603B2-1E9D-40F7-91A4-87816AAEAE85}">
      <dgm:prSet/>
      <dgm:spPr/>
      <dgm:t>
        <a:bodyPr/>
        <a:lstStyle/>
        <a:p>
          <a:endParaRPr lang="en-US"/>
        </a:p>
      </dgm:t>
    </dgm:pt>
    <dgm:pt modelId="{53B9EB23-74A3-443B-9116-7F313F19C911}" type="sibTrans" cxnId="{49A603B2-1E9D-40F7-91A4-87816AAEAE85}">
      <dgm:prSet/>
      <dgm:spPr/>
      <dgm:t>
        <a:bodyPr/>
        <a:lstStyle/>
        <a:p>
          <a:endParaRPr lang="en-US"/>
        </a:p>
      </dgm:t>
    </dgm:pt>
    <dgm:pt modelId="{AFD455BD-A372-4FBA-8848-83D64BFFA566}">
      <dgm:prSet/>
      <dgm:spPr/>
      <dgm:t>
        <a:bodyPr/>
        <a:lstStyle/>
        <a:p>
          <a:pPr>
            <a:lnSpc>
              <a:spcPct val="100000"/>
            </a:lnSpc>
          </a:pPr>
          <a:r>
            <a:rPr lang="en-IN"/>
            <a:t>Interprets the input logically.</a:t>
          </a:r>
          <a:endParaRPr lang="en-US"/>
        </a:p>
      </dgm:t>
    </dgm:pt>
    <dgm:pt modelId="{C4AB3B9E-9827-48F0-A452-C10ADEBEB3A6}" type="parTrans" cxnId="{8116961F-53BE-4931-A112-95D358122F66}">
      <dgm:prSet/>
      <dgm:spPr/>
      <dgm:t>
        <a:bodyPr/>
        <a:lstStyle/>
        <a:p>
          <a:endParaRPr lang="en-US"/>
        </a:p>
      </dgm:t>
    </dgm:pt>
    <dgm:pt modelId="{8EF08C70-BACB-4816-BFDD-FC5C78A763AB}" type="sibTrans" cxnId="{8116961F-53BE-4931-A112-95D358122F66}">
      <dgm:prSet/>
      <dgm:spPr/>
      <dgm:t>
        <a:bodyPr/>
        <a:lstStyle/>
        <a:p>
          <a:endParaRPr lang="en-US"/>
        </a:p>
      </dgm:t>
    </dgm:pt>
    <dgm:pt modelId="{43C37B05-4D05-49F3-B41B-2114617B324A}">
      <dgm:prSet/>
      <dgm:spPr/>
      <dgm:t>
        <a:bodyPr/>
        <a:lstStyle/>
        <a:p>
          <a:pPr>
            <a:lnSpc>
              <a:spcPct val="100000"/>
            </a:lnSpc>
          </a:pPr>
          <a:r>
            <a:rPr lang="en-IN"/>
            <a:t>Determines what needs to be solved and which tools or capabilities to use.</a:t>
          </a:r>
          <a:endParaRPr lang="en-US"/>
        </a:p>
      </dgm:t>
    </dgm:pt>
    <dgm:pt modelId="{0071F2E5-ADA0-4DFF-AE01-6E66C01BFE64}" type="parTrans" cxnId="{4EB1FB0E-991A-4F4C-AC48-716423D2258B}">
      <dgm:prSet/>
      <dgm:spPr/>
      <dgm:t>
        <a:bodyPr/>
        <a:lstStyle/>
        <a:p>
          <a:endParaRPr lang="en-US"/>
        </a:p>
      </dgm:t>
    </dgm:pt>
    <dgm:pt modelId="{27EEB319-4608-47E6-809B-E61400DA89BC}" type="sibTrans" cxnId="{4EB1FB0E-991A-4F4C-AC48-716423D2258B}">
      <dgm:prSet/>
      <dgm:spPr/>
      <dgm:t>
        <a:bodyPr/>
        <a:lstStyle/>
        <a:p>
          <a:endParaRPr lang="en-US"/>
        </a:p>
      </dgm:t>
    </dgm:pt>
    <dgm:pt modelId="{05716544-61FA-4CBD-B3E4-1CFC4C933100}">
      <dgm:prSet/>
      <dgm:spPr/>
      <dgm:t>
        <a:bodyPr/>
        <a:lstStyle/>
        <a:p>
          <a:pPr>
            <a:lnSpc>
              <a:spcPct val="100000"/>
            </a:lnSpc>
          </a:pPr>
          <a:r>
            <a:rPr lang="en-IN"/>
            <a:t>Ensures the agent chooses the correct pathway before taking action.</a:t>
          </a:r>
          <a:endParaRPr lang="en-US"/>
        </a:p>
      </dgm:t>
    </dgm:pt>
    <dgm:pt modelId="{93D4BE8D-BE2F-4937-B551-05CAF0353A06}" type="parTrans" cxnId="{2858DB48-55A7-4E46-BFA9-509B14362471}">
      <dgm:prSet/>
      <dgm:spPr/>
      <dgm:t>
        <a:bodyPr/>
        <a:lstStyle/>
        <a:p>
          <a:endParaRPr lang="en-US"/>
        </a:p>
      </dgm:t>
    </dgm:pt>
    <dgm:pt modelId="{10FA0E23-00AF-4239-8791-876F768C8041}" type="sibTrans" cxnId="{2858DB48-55A7-4E46-BFA9-509B14362471}">
      <dgm:prSet/>
      <dgm:spPr/>
      <dgm:t>
        <a:bodyPr/>
        <a:lstStyle/>
        <a:p>
          <a:endParaRPr lang="en-US"/>
        </a:p>
      </dgm:t>
    </dgm:pt>
    <dgm:pt modelId="{C2151C1A-6C37-441E-A6E3-0827857729B3}">
      <dgm:prSet/>
      <dgm:spPr/>
      <dgm:t>
        <a:bodyPr/>
        <a:lstStyle/>
        <a:p>
          <a:pPr>
            <a:lnSpc>
              <a:spcPct val="100000"/>
            </a:lnSpc>
            <a:defRPr b="1"/>
          </a:pPr>
          <a:r>
            <a:rPr lang="en-IN" b="1"/>
            <a:t>Planning (Breaking Down the Task)</a:t>
          </a:r>
          <a:endParaRPr lang="en-US"/>
        </a:p>
      </dgm:t>
    </dgm:pt>
    <dgm:pt modelId="{440A92E4-6C9A-41EF-BDED-EED65D21638B}" type="parTrans" cxnId="{41C2846A-DF3C-4A4A-BB33-9001CBABAABD}">
      <dgm:prSet/>
      <dgm:spPr/>
      <dgm:t>
        <a:bodyPr/>
        <a:lstStyle/>
        <a:p>
          <a:endParaRPr lang="en-US"/>
        </a:p>
      </dgm:t>
    </dgm:pt>
    <dgm:pt modelId="{356CBB39-FE24-4FD4-95F3-EDD77A137808}" type="sibTrans" cxnId="{41C2846A-DF3C-4A4A-BB33-9001CBABAABD}">
      <dgm:prSet/>
      <dgm:spPr/>
      <dgm:t>
        <a:bodyPr/>
        <a:lstStyle/>
        <a:p>
          <a:endParaRPr lang="en-US"/>
        </a:p>
      </dgm:t>
    </dgm:pt>
    <dgm:pt modelId="{D5B8C390-3B35-4EF6-88FB-57E551CCD105}">
      <dgm:prSet/>
      <dgm:spPr/>
      <dgm:t>
        <a:bodyPr/>
        <a:lstStyle/>
        <a:p>
          <a:pPr>
            <a:lnSpc>
              <a:spcPct val="100000"/>
            </a:lnSpc>
          </a:pPr>
          <a:r>
            <a:rPr lang="en-IN"/>
            <a:t>Maps out the steps required to achieve the desired result.</a:t>
          </a:r>
          <a:endParaRPr lang="en-US"/>
        </a:p>
      </dgm:t>
    </dgm:pt>
    <dgm:pt modelId="{9C601066-6C2A-4225-A044-A2AD00AF2173}" type="parTrans" cxnId="{8F44A0DF-3197-43D7-9C37-59E4D3F286DE}">
      <dgm:prSet/>
      <dgm:spPr/>
      <dgm:t>
        <a:bodyPr/>
        <a:lstStyle/>
        <a:p>
          <a:endParaRPr lang="en-US"/>
        </a:p>
      </dgm:t>
    </dgm:pt>
    <dgm:pt modelId="{AE5D86E7-9F63-4C94-B17E-46BAD714A966}" type="sibTrans" cxnId="{8F44A0DF-3197-43D7-9C37-59E4D3F286DE}">
      <dgm:prSet/>
      <dgm:spPr/>
      <dgm:t>
        <a:bodyPr/>
        <a:lstStyle/>
        <a:p>
          <a:endParaRPr lang="en-US"/>
        </a:p>
      </dgm:t>
    </dgm:pt>
    <dgm:pt modelId="{9B0C742F-8994-4E94-9B12-58255CF35FC3}">
      <dgm:prSet/>
      <dgm:spPr/>
      <dgm:t>
        <a:bodyPr/>
        <a:lstStyle/>
        <a:p>
          <a:pPr>
            <a:lnSpc>
              <a:spcPct val="100000"/>
            </a:lnSpc>
          </a:pPr>
          <a:r>
            <a:rPr lang="en-IN"/>
            <a:t>Organizes the sequence of operations or tool calls.</a:t>
          </a:r>
          <a:endParaRPr lang="en-US"/>
        </a:p>
      </dgm:t>
    </dgm:pt>
    <dgm:pt modelId="{A524ACCC-9D64-42A7-8479-9639817CD485}" type="parTrans" cxnId="{62741B11-CE50-4EDD-9036-EA096F452ACE}">
      <dgm:prSet/>
      <dgm:spPr/>
      <dgm:t>
        <a:bodyPr/>
        <a:lstStyle/>
        <a:p>
          <a:endParaRPr lang="en-US"/>
        </a:p>
      </dgm:t>
    </dgm:pt>
    <dgm:pt modelId="{30683FE0-CE66-4F39-975C-D55312B62E74}" type="sibTrans" cxnId="{62741B11-CE50-4EDD-9036-EA096F452ACE}">
      <dgm:prSet/>
      <dgm:spPr/>
      <dgm:t>
        <a:bodyPr/>
        <a:lstStyle/>
        <a:p>
          <a:endParaRPr lang="en-US"/>
        </a:p>
      </dgm:t>
    </dgm:pt>
    <dgm:pt modelId="{D423762F-2C00-404F-BAEA-D32996DFAD26}">
      <dgm:prSet/>
      <dgm:spPr/>
      <dgm:t>
        <a:bodyPr/>
        <a:lstStyle/>
        <a:p>
          <a:pPr>
            <a:lnSpc>
              <a:spcPct val="100000"/>
            </a:lnSpc>
          </a:pPr>
          <a:r>
            <a:rPr lang="en-IN"/>
            <a:t>Optimizes the plan to avoid unnecessary steps and maximize efficiency.</a:t>
          </a:r>
          <a:endParaRPr lang="en-US"/>
        </a:p>
      </dgm:t>
    </dgm:pt>
    <dgm:pt modelId="{A7A574C8-F468-4CD7-BD83-7B1A7F4B2709}" type="parTrans" cxnId="{94027200-9510-433F-87CE-3F9B09F662B1}">
      <dgm:prSet/>
      <dgm:spPr/>
      <dgm:t>
        <a:bodyPr/>
        <a:lstStyle/>
        <a:p>
          <a:endParaRPr lang="en-US"/>
        </a:p>
      </dgm:t>
    </dgm:pt>
    <dgm:pt modelId="{43FCAFDD-339C-4A38-A592-354361253ABC}" type="sibTrans" cxnId="{94027200-9510-433F-87CE-3F9B09F662B1}">
      <dgm:prSet/>
      <dgm:spPr/>
      <dgm:t>
        <a:bodyPr/>
        <a:lstStyle/>
        <a:p>
          <a:endParaRPr lang="en-US"/>
        </a:p>
      </dgm:t>
    </dgm:pt>
    <dgm:pt modelId="{85D100CD-620E-4128-B696-468D30B7336E}">
      <dgm:prSet/>
      <dgm:spPr/>
      <dgm:t>
        <a:bodyPr/>
        <a:lstStyle/>
        <a:p>
          <a:pPr>
            <a:lnSpc>
              <a:spcPct val="100000"/>
            </a:lnSpc>
            <a:defRPr b="1"/>
          </a:pPr>
          <a:r>
            <a:rPr lang="en-IN" b="1"/>
            <a:t>Action (Executing the Steps)</a:t>
          </a:r>
          <a:endParaRPr lang="en-US"/>
        </a:p>
      </dgm:t>
    </dgm:pt>
    <dgm:pt modelId="{0232E8FC-FECA-4C04-9570-D45B9F94DDF8}" type="parTrans" cxnId="{E20A8488-D667-4EB3-B1A7-FC4C4822E420}">
      <dgm:prSet/>
      <dgm:spPr/>
      <dgm:t>
        <a:bodyPr/>
        <a:lstStyle/>
        <a:p>
          <a:endParaRPr lang="en-US"/>
        </a:p>
      </dgm:t>
    </dgm:pt>
    <dgm:pt modelId="{9D0653B1-1EEC-4FA3-9351-B2084B2EFB32}" type="sibTrans" cxnId="{E20A8488-D667-4EB3-B1A7-FC4C4822E420}">
      <dgm:prSet/>
      <dgm:spPr/>
      <dgm:t>
        <a:bodyPr/>
        <a:lstStyle/>
        <a:p>
          <a:endParaRPr lang="en-US"/>
        </a:p>
      </dgm:t>
    </dgm:pt>
    <dgm:pt modelId="{898725B8-3AF1-49DF-A767-1D4578E930C8}">
      <dgm:prSet/>
      <dgm:spPr/>
      <dgm:t>
        <a:bodyPr/>
        <a:lstStyle/>
        <a:p>
          <a:pPr>
            <a:lnSpc>
              <a:spcPct val="100000"/>
            </a:lnSpc>
          </a:pPr>
          <a:r>
            <a:rPr lang="en-IN"/>
            <a:t>The agent performs the operations defined in the plan.</a:t>
          </a:r>
          <a:endParaRPr lang="en-US"/>
        </a:p>
      </dgm:t>
    </dgm:pt>
    <dgm:pt modelId="{994ABF27-DF11-448E-93CB-705E775C7DE9}" type="parTrans" cxnId="{17E3CC8D-A11D-4B93-81BC-1B3530FEED05}">
      <dgm:prSet/>
      <dgm:spPr/>
      <dgm:t>
        <a:bodyPr/>
        <a:lstStyle/>
        <a:p>
          <a:endParaRPr lang="en-US"/>
        </a:p>
      </dgm:t>
    </dgm:pt>
    <dgm:pt modelId="{4AD4D7BB-4C0A-4ED5-AD07-0C367DD7C789}" type="sibTrans" cxnId="{17E3CC8D-A11D-4B93-81BC-1B3530FEED05}">
      <dgm:prSet/>
      <dgm:spPr/>
      <dgm:t>
        <a:bodyPr/>
        <a:lstStyle/>
        <a:p>
          <a:endParaRPr lang="en-US"/>
        </a:p>
      </dgm:t>
    </dgm:pt>
    <dgm:pt modelId="{CA1CCDAD-82BC-4A4A-A152-D80A4313A8F9}">
      <dgm:prSet/>
      <dgm:spPr/>
      <dgm:t>
        <a:bodyPr/>
        <a:lstStyle/>
        <a:p>
          <a:pPr>
            <a:lnSpc>
              <a:spcPct val="100000"/>
            </a:lnSpc>
          </a:pPr>
          <a:r>
            <a:rPr lang="en-IN"/>
            <a:t>Calls functions, tools, external APIs, or Python modules as needed.</a:t>
          </a:r>
          <a:endParaRPr lang="en-US"/>
        </a:p>
      </dgm:t>
    </dgm:pt>
    <dgm:pt modelId="{F9E27849-7980-427F-918D-90E2873C15CC}" type="parTrans" cxnId="{F7D9D8C1-4FD4-48B5-8DFF-A28E0C2C9A31}">
      <dgm:prSet/>
      <dgm:spPr/>
      <dgm:t>
        <a:bodyPr/>
        <a:lstStyle/>
        <a:p>
          <a:endParaRPr lang="en-US"/>
        </a:p>
      </dgm:t>
    </dgm:pt>
    <dgm:pt modelId="{EF81CBD3-C3DB-4C2D-ADC5-604E4A515983}" type="sibTrans" cxnId="{F7D9D8C1-4FD4-48B5-8DFF-A28E0C2C9A31}">
      <dgm:prSet/>
      <dgm:spPr/>
      <dgm:t>
        <a:bodyPr/>
        <a:lstStyle/>
        <a:p>
          <a:endParaRPr lang="en-US"/>
        </a:p>
      </dgm:t>
    </dgm:pt>
    <dgm:pt modelId="{51FBE0C0-7ABA-4F34-BA8E-A31EA7C6034A}">
      <dgm:prSet/>
      <dgm:spPr/>
      <dgm:t>
        <a:bodyPr/>
        <a:lstStyle/>
        <a:p>
          <a:pPr>
            <a:lnSpc>
              <a:spcPct val="100000"/>
            </a:lnSpc>
          </a:pPr>
          <a:r>
            <a:rPr lang="en-IN"/>
            <a:t>Ensures safe and correct execution (e.g., zero‑division protection, validated inputs).</a:t>
          </a:r>
          <a:endParaRPr lang="en-US"/>
        </a:p>
      </dgm:t>
    </dgm:pt>
    <dgm:pt modelId="{BFF8E1AB-0FCC-44D5-AA58-845795B4E1FF}" type="parTrans" cxnId="{BBE996F2-1B94-4092-956E-3AB3FADD9580}">
      <dgm:prSet/>
      <dgm:spPr/>
      <dgm:t>
        <a:bodyPr/>
        <a:lstStyle/>
        <a:p>
          <a:endParaRPr lang="en-US"/>
        </a:p>
      </dgm:t>
    </dgm:pt>
    <dgm:pt modelId="{B1398315-4ED5-4A95-A528-4501DF4E6776}" type="sibTrans" cxnId="{BBE996F2-1B94-4092-956E-3AB3FADD9580}">
      <dgm:prSet/>
      <dgm:spPr/>
      <dgm:t>
        <a:bodyPr/>
        <a:lstStyle/>
        <a:p>
          <a:endParaRPr lang="en-US"/>
        </a:p>
      </dgm:t>
    </dgm:pt>
    <dgm:pt modelId="{E03E0C0F-0E9C-4A7A-92C8-FED82FE4DF4F}">
      <dgm:prSet/>
      <dgm:spPr/>
      <dgm:t>
        <a:bodyPr/>
        <a:lstStyle/>
        <a:p>
          <a:pPr>
            <a:lnSpc>
              <a:spcPct val="100000"/>
            </a:lnSpc>
          </a:pPr>
          <a:r>
            <a:rPr lang="en-IN"/>
            <a:t>Produces traceable intermediate outputs.</a:t>
          </a:r>
          <a:endParaRPr lang="en-US"/>
        </a:p>
      </dgm:t>
    </dgm:pt>
    <dgm:pt modelId="{D7D6CE91-B153-499B-B7CE-81B0934004FF}" type="parTrans" cxnId="{72B9F93B-2BEF-4746-B865-C16543C9587C}">
      <dgm:prSet/>
      <dgm:spPr/>
      <dgm:t>
        <a:bodyPr/>
        <a:lstStyle/>
        <a:p>
          <a:endParaRPr lang="en-US"/>
        </a:p>
      </dgm:t>
    </dgm:pt>
    <dgm:pt modelId="{209A91A5-7BDE-44BC-8C21-2603C4A12E58}" type="sibTrans" cxnId="{72B9F93B-2BEF-4746-B865-C16543C9587C}">
      <dgm:prSet/>
      <dgm:spPr/>
      <dgm:t>
        <a:bodyPr/>
        <a:lstStyle/>
        <a:p>
          <a:endParaRPr lang="en-US"/>
        </a:p>
      </dgm:t>
    </dgm:pt>
    <dgm:pt modelId="{7281A08C-101F-4D57-BA95-F286CDE12360}">
      <dgm:prSet/>
      <dgm:spPr/>
      <dgm:t>
        <a:bodyPr/>
        <a:lstStyle/>
        <a:p>
          <a:pPr>
            <a:lnSpc>
              <a:spcPct val="100000"/>
            </a:lnSpc>
            <a:defRPr b="1"/>
          </a:pPr>
          <a:r>
            <a:rPr lang="en-IN" b="1"/>
            <a:t>Learning (Improvement Over Time)</a:t>
          </a:r>
          <a:endParaRPr lang="en-US"/>
        </a:p>
      </dgm:t>
    </dgm:pt>
    <dgm:pt modelId="{EAA220C2-B245-440E-9C03-7877477E5973}" type="parTrans" cxnId="{74D924A7-C11C-45E3-AC98-7B61376A5D99}">
      <dgm:prSet/>
      <dgm:spPr/>
      <dgm:t>
        <a:bodyPr/>
        <a:lstStyle/>
        <a:p>
          <a:endParaRPr lang="en-US"/>
        </a:p>
      </dgm:t>
    </dgm:pt>
    <dgm:pt modelId="{3F98732A-F9E5-491B-B01B-2B36423D8382}" type="sibTrans" cxnId="{74D924A7-C11C-45E3-AC98-7B61376A5D99}">
      <dgm:prSet/>
      <dgm:spPr/>
      <dgm:t>
        <a:bodyPr/>
        <a:lstStyle/>
        <a:p>
          <a:endParaRPr lang="en-US"/>
        </a:p>
      </dgm:t>
    </dgm:pt>
    <dgm:pt modelId="{78496835-45ED-4A8B-A737-FAC1B21330C5}">
      <dgm:prSet/>
      <dgm:spPr/>
      <dgm:t>
        <a:bodyPr/>
        <a:lstStyle/>
        <a:p>
          <a:pPr>
            <a:lnSpc>
              <a:spcPct val="100000"/>
            </a:lnSpc>
          </a:pPr>
          <a:r>
            <a:rPr lang="en-IN"/>
            <a:t>Reflects on its own results and outcomes.</a:t>
          </a:r>
          <a:endParaRPr lang="en-US"/>
        </a:p>
      </dgm:t>
    </dgm:pt>
    <dgm:pt modelId="{E4AB6D12-A395-4CDF-AD35-1D2DDFC41033}" type="parTrans" cxnId="{E128C666-293C-4DEB-9441-11AF8C2A4BD6}">
      <dgm:prSet/>
      <dgm:spPr/>
      <dgm:t>
        <a:bodyPr/>
        <a:lstStyle/>
        <a:p>
          <a:endParaRPr lang="en-US"/>
        </a:p>
      </dgm:t>
    </dgm:pt>
    <dgm:pt modelId="{2283663E-ED52-4EE0-900F-EF63B69853A9}" type="sibTrans" cxnId="{E128C666-293C-4DEB-9441-11AF8C2A4BD6}">
      <dgm:prSet/>
      <dgm:spPr/>
      <dgm:t>
        <a:bodyPr/>
        <a:lstStyle/>
        <a:p>
          <a:endParaRPr lang="en-US"/>
        </a:p>
      </dgm:t>
    </dgm:pt>
    <dgm:pt modelId="{90737312-5C3D-4643-8632-C1EFF8E3FC04}">
      <dgm:prSet/>
      <dgm:spPr/>
      <dgm:t>
        <a:bodyPr/>
        <a:lstStyle/>
        <a:p>
          <a:pPr>
            <a:lnSpc>
              <a:spcPct val="100000"/>
            </a:lnSpc>
          </a:pPr>
          <a:r>
            <a:rPr lang="en-IN"/>
            <a:t>Adapts normalizations, parsing, and decision choices based on previous interactions.</a:t>
          </a:r>
          <a:endParaRPr lang="en-US"/>
        </a:p>
      </dgm:t>
    </dgm:pt>
    <dgm:pt modelId="{FB19552F-8CA2-4E5E-AAFB-601F1500D6A2}" type="parTrans" cxnId="{76CDCC26-347D-4AA4-A9ED-9656E76B9ED3}">
      <dgm:prSet/>
      <dgm:spPr/>
      <dgm:t>
        <a:bodyPr/>
        <a:lstStyle/>
        <a:p>
          <a:endParaRPr lang="en-US"/>
        </a:p>
      </dgm:t>
    </dgm:pt>
    <dgm:pt modelId="{7C23401B-8247-483D-8637-7275D862C694}" type="sibTrans" cxnId="{76CDCC26-347D-4AA4-A9ED-9656E76B9ED3}">
      <dgm:prSet/>
      <dgm:spPr/>
      <dgm:t>
        <a:bodyPr/>
        <a:lstStyle/>
        <a:p>
          <a:endParaRPr lang="en-US"/>
        </a:p>
      </dgm:t>
    </dgm:pt>
    <dgm:pt modelId="{9F9F416C-4080-4391-8FA5-3AD785CBDE68}">
      <dgm:prSet/>
      <dgm:spPr/>
      <dgm:t>
        <a:bodyPr/>
        <a:lstStyle/>
        <a:p>
          <a:pPr>
            <a:lnSpc>
              <a:spcPct val="100000"/>
            </a:lnSpc>
          </a:pPr>
          <a:r>
            <a:rPr lang="en-IN"/>
            <a:t>Enhances accuracy and efficiency for future similar tasks.</a:t>
          </a:r>
          <a:endParaRPr lang="en-US"/>
        </a:p>
      </dgm:t>
    </dgm:pt>
    <dgm:pt modelId="{8E566039-E290-4212-B5A0-9ED26070A2E2}" type="parTrans" cxnId="{20D59193-C9FB-4E50-800F-DFD1EC781054}">
      <dgm:prSet/>
      <dgm:spPr/>
      <dgm:t>
        <a:bodyPr/>
        <a:lstStyle/>
        <a:p>
          <a:endParaRPr lang="en-US"/>
        </a:p>
      </dgm:t>
    </dgm:pt>
    <dgm:pt modelId="{CDE879FF-6EF7-447A-9779-E74A9410954C}" type="sibTrans" cxnId="{20D59193-C9FB-4E50-800F-DFD1EC781054}">
      <dgm:prSet/>
      <dgm:spPr/>
      <dgm:t>
        <a:bodyPr/>
        <a:lstStyle/>
        <a:p>
          <a:endParaRPr lang="en-US"/>
        </a:p>
      </dgm:t>
    </dgm:pt>
    <dgm:pt modelId="{93B17162-3914-49C1-A0CA-E7E58BCE1CF7}">
      <dgm:prSet/>
      <dgm:spPr/>
      <dgm:t>
        <a:bodyPr/>
        <a:lstStyle/>
        <a:p>
          <a:pPr>
            <a:lnSpc>
              <a:spcPct val="100000"/>
            </a:lnSpc>
          </a:pPr>
          <a:r>
            <a:rPr lang="en-IN" dirty="0"/>
            <a:t>Forms a feedback loop that gradually makes the agent more intelligent and reliable.</a:t>
          </a:r>
          <a:endParaRPr lang="en-US" dirty="0"/>
        </a:p>
      </dgm:t>
    </dgm:pt>
    <dgm:pt modelId="{EE0A0646-67EC-4B7C-ADBE-2F88F52ACAAB}" type="parTrans" cxnId="{2C2E1F5B-5AE1-4D66-B795-CE6BC3EACE31}">
      <dgm:prSet/>
      <dgm:spPr/>
      <dgm:t>
        <a:bodyPr/>
        <a:lstStyle/>
        <a:p>
          <a:endParaRPr lang="en-US"/>
        </a:p>
      </dgm:t>
    </dgm:pt>
    <dgm:pt modelId="{2EF4E04C-6BC8-4752-9C6A-535427DEDBB0}" type="sibTrans" cxnId="{2C2E1F5B-5AE1-4D66-B795-CE6BC3EACE31}">
      <dgm:prSet/>
      <dgm:spPr/>
      <dgm:t>
        <a:bodyPr/>
        <a:lstStyle/>
        <a:p>
          <a:endParaRPr lang="en-US"/>
        </a:p>
      </dgm:t>
    </dgm:pt>
    <dgm:pt modelId="{4A8E3DD3-3789-4B3F-A2BD-9C7F6B402E2B}" type="pres">
      <dgm:prSet presAssocID="{51FFCB47-3CBE-49DF-8377-C5D64671E94F}" presName="root" presStyleCnt="0">
        <dgm:presLayoutVars>
          <dgm:dir/>
          <dgm:resizeHandles val="exact"/>
        </dgm:presLayoutVars>
      </dgm:prSet>
      <dgm:spPr/>
    </dgm:pt>
    <dgm:pt modelId="{3CC2EA5A-CE5C-405B-9CDF-09E8B9B51703}" type="pres">
      <dgm:prSet presAssocID="{1E648E24-93B9-4233-93F8-7A91311D2F0A}" presName="compNode" presStyleCnt="0"/>
      <dgm:spPr/>
    </dgm:pt>
    <dgm:pt modelId="{F144BC02-6EE1-4E15-8F02-7ADAB8BBCFB1}" type="pres">
      <dgm:prSet presAssocID="{1E648E24-93B9-4233-93F8-7A91311D2F0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Diagram"/>
        </a:ext>
      </dgm:extLst>
    </dgm:pt>
    <dgm:pt modelId="{84D56D5B-F14F-4AAD-A2DD-F28F4647F464}" type="pres">
      <dgm:prSet presAssocID="{1E648E24-93B9-4233-93F8-7A91311D2F0A}" presName="iconSpace" presStyleCnt="0"/>
      <dgm:spPr/>
    </dgm:pt>
    <dgm:pt modelId="{17003D23-E083-411B-B997-FFE0FAB1512D}" type="pres">
      <dgm:prSet presAssocID="{1E648E24-93B9-4233-93F8-7A91311D2F0A}" presName="parTx" presStyleLbl="revTx" presStyleIdx="0" presStyleCnt="10">
        <dgm:presLayoutVars>
          <dgm:chMax val="0"/>
          <dgm:chPref val="0"/>
        </dgm:presLayoutVars>
      </dgm:prSet>
      <dgm:spPr/>
    </dgm:pt>
    <dgm:pt modelId="{A6D66886-C79C-4223-BE1B-2F783DCA12CC}" type="pres">
      <dgm:prSet presAssocID="{1E648E24-93B9-4233-93F8-7A91311D2F0A}" presName="txSpace" presStyleCnt="0"/>
      <dgm:spPr/>
    </dgm:pt>
    <dgm:pt modelId="{A9B1AC6E-7930-4A3F-81BB-9C189EFC1C37}" type="pres">
      <dgm:prSet presAssocID="{1E648E24-93B9-4233-93F8-7A91311D2F0A}" presName="desTx" presStyleLbl="revTx" presStyleIdx="1" presStyleCnt="10">
        <dgm:presLayoutVars/>
      </dgm:prSet>
      <dgm:spPr/>
    </dgm:pt>
    <dgm:pt modelId="{E1A853F4-860F-46FB-9C3E-BD3E0C7FB845}" type="pres">
      <dgm:prSet presAssocID="{C3936A0D-2378-4E79-8C63-F9B82C95AADA}" presName="sibTrans" presStyleCnt="0"/>
      <dgm:spPr/>
    </dgm:pt>
    <dgm:pt modelId="{D844B2CE-D161-4414-A7D1-7AD8A56E42A5}" type="pres">
      <dgm:prSet presAssocID="{830A554F-BC2A-447E-967F-D79AB06F0F0C}" presName="compNode" presStyleCnt="0"/>
      <dgm:spPr/>
    </dgm:pt>
    <dgm:pt modelId="{E3DE0888-46D3-4DF4-81DC-1979A2F1B5CA}" type="pres">
      <dgm:prSet presAssocID="{830A554F-BC2A-447E-967F-D79AB06F0F0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82FB4C64-3101-4DDB-BE0C-5CA9F3CD8983}" type="pres">
      <dgm:prSet presAssocID="{830A554F-BC2A-447E-967F-D79AB06F0F0C}" presName="iconSpace" presStyleCnt="0"/>
      <dgm:spPr/>
    </dgm:pt>
    <dgm:pt modelId="{42D6F752-B8FE-4EE4-A11E-5F97F1FA564D}" type="pres">
      <dgm:prSet presAssocID="{830A554F-BC2A-447E-967F-D79AB06F0F0C}" presName="parTx" presStyleLbl="revTx" presStyleIdx="2" presStyleCnt="10">
        <dgm:presLayoutVars>
          <dgm:chMax val="0"/>
          <dgm:chPref val="0"/>
        </dgm:presLayoutVars>
      </dgm:prSet>
      <dgm:spPr/>
    </dgm:pt>
    <dgm:pt modelId="{D5EC194F-00C3-40A4-8348-CAF9E3582262}" type="pres">
      <dgm:prSet presAssocID="{830A554F-BC2A-447E-967F-D79AB06F0F0C}" presName="txSpace" presStyleCnt="0"/>
      <dgm:spPr/>
    </dgm:pt>
    <dgm:pt modelId="{691D24F3-717B-4A10-B2B6-7881172A1723}" type="pres">
      <dgm:prSet presAssocID="{830A554F-BC2A-447E-967F-D79AB06F0F0C}" presName="desTx" presStyleLbl="revTx" presStyleIdx="3" presStyleCnt="10">
        <dgm:presLayoutVars/>
      </dgm:prSet>
      <dgm:spPr/>
    </dgm:pt>
    <dgm:pt modelId="{ABE41328-8628-4FE5-889D-1FB7927E65F2}" type="pres">
      <dgm:prSet presAssocID="{53B9EB23-74A3-443B-9116-7F313F19C911}" presName="sibTrans" presStyleCnt="0"/>
      <dgm:spPr/>
    </dgm:pt>
    <dgm:pt modelId="{B9DD1884-5F36-441B-87AD-4E5C208F0611}" type="pres">
      <dgm:prSet presAssocID="{C2151C1A-6C37-441E-A6E3-0827857729B3}" presName="compNode" presStyleCnt="0"/>
      <dgm:spPr/>
    </dgm:pt>
    <dgm:pt modelId="{AD3FA4FD-5828-47F1-9711-DDFDD120E829}" type="pres">
      <dgm:prSet presAssocID="{C2151C1A-6C37-441E-A6E3-0827857729B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E237D488-6F90-4ABA-A6BD-0AC35F4FAE6A}" type="pres">
      <dgm:prSet presAssocID="{C2151C1A-6C37-441E-A6E3-0827857729B3}" presName="iconSpace" presStyleCnt="0"/>
      <dgm:spPr/>
    </dgm:pt>
    <dgm:pt modelId="{E9198D74-5041-4FBA-A07D-692F88E366AE}" type="pres">
      <dgm:prSet presAssocID="{C2151C1A-6C37-441E-A6E3-0827857729B3}" presName="parTx" presStyleLbl="revTx" presStyleIdx="4" presStyleCnt="10">
        <dgm:presLayoutVars>
          <dgm:chMax val="0"/>
          <dgm:chPref val="0"/>
        </dgm:presLayoutVars>
      </dgm:prSet>
      <dgm:spPr/>
    </dgm:pt>
    <dgm:pt modelId="{564C7694-ACF9-42DE-AD47-83949A9E83F9}" type="pres">
      <dgm:prSet presAssocID="{C2151C1A-6C37-441E-A6E3-0827857729B3}" presName="txSpace" presStyleCnt="0"/>
      <dgm:spPr/>
    </dgm:pt>
    <dgm:pt modelId="{B1F27B38-B78F-4A11-AA36-C20CB8E91CB7}" type="pres">
      <dgm:prSet presAssocID="{C2151C1A-6C37-441E-A6E3-0827857729B3}" presName="desTx" presStyleLbl="revTx" presStyleIdx="5" presStyleCnt="10">
        <dgm:presLayoutVars/>
      </dgm:prSet>
      <dgm:spPr/>
    </dgm:pt>
    <dgm:pt modelId="{9C045E37-C4EF-4FCE-AD8E-5E031B1BBE76}" type="pres">
      <dgm:prSet presAssocID="{356CBB39-FE24-4FD4-95F3-EDD77A137808}" presName="sibTrans" presStyleCnt="0"/>
      <dgm:spPr/>
    </dgm:pt>
    <dgm:pt modelId="{8CA29753-D402-4A91-BAD1-A2B1640741C4}" type="pres">
      <dgm:prSet presAssocID="{85D100CD-620E-4128-B696-468D30B7336E}" presName="compNode" presStyleCnt="0"/>
      <dgm:spPr/>
    </dgm:pt>
    <dgm:pt modelId="{E1343A70-5ECD-4556-B9C4-CB3C7E86446A}" type="pres">
      <dgm:prSet presAssocID="{85D100CD-620E-4128-B696-468D30B7336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DFA013F2-7A40-4B81-ADCA-C7C49568970A}" type="pres">
      <dgm:prSet presAssocID="{85D100CD-620E-4128-B696-468D30B7336E}" presName="iconSpace" presStyleCnt="0"/>
      <dgm:spPr/>
    </dgm:pt>
    <dgm:pt modelId="{CFD831A7-F503-4C32-87D4-227C18BB0EEC}" type="pres">
      <dgm:prSet presAssocID="{85D100CD-620E-4128-B696-468D30B7336E}" presName="parTx" presStyleLbl="revTx" presStyleIdx="6" presStyleCnt="10">
        <dgm:presLayoutVars>
          <dgm:chMax val="0"/>
          <dgm:chPref val="0"/>
        </dgm:presLayoutVars>
      </dgm:prSet>
      <dgm:spPr/>
    </dgm:pt>
    <dgm:pt modelId="{693BB218-C015-4C5C-AB7B-EEDE830F0F02}" type="pres">
      <dgm:prSet presAssocID="{85D100CD-620E-4128-B696-468D30B7336E}" presName="txSpace" presStyleCnt="0"/>
      <dgm:spPr/>
    </dgm:pt>
    <dgm:pt modelId="{83F52071-6BED-4C34-AC49-BD7E486E9089}" type="pres">
      <dgm:prSet presAssocID="{85D100CD-620E-4128-B696-468D30B7336E}" presName="desTx" presStyleLbl="revTx" presStyleIdx="7" presStyleCnt="10">
        <dgm:presLayoutVars/>
      </dgm:prSet>
      <dgm:spPr/>
    </dgm:pt>
    <dgm:pt modelId="{C4827E7A-792B-4324-808A-FDE502529D9D}" type="pres">
      <dgm:prSet presAssocID="{9D0653B1-1EEC-4FA3-9351-B2084B2EFB32}" presName="sibTrans" presStyleCnt="0"/>
      <dgm:spPr/>
    </dgm:pt>
    <dgm:pt modelId="{7AAD4543-85CC-4317-A7EE-CBA173813418}" type="pres">
      <dgm:prSet presAssocID="{7281A08C-101F-4D57-BA95-F286CDE12360}" presName="compNode" presStyleCnt="0"/>
      <dgm:spPr/>
    </dgm:pt>
    <dgm:pt modelId="{A609C9EA-36F3-4D12-8437-9312FF97B0CD}" type="pres">
      <dgm:prSet presAssocID="{7281A08C-101F-4D57-BA95-F286CDE1236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ad with Gears"/>
        </a:ext>
      </dgm:extLst>
    </dgm:pt>
    <dgm:pt modelId="{7E374B40-6888-4844-9CEE-E05007D3CC13}" type="pres">
      <dgm:prSet presAssocID="{7281A08C-101F-4D57-BA95-F286CDE12360}" presName="iconSpace" presStyleCnt="0"/>
      <dgm:spPr/>
    </dgm:pt>
    <dgm:pt modelId="{E9AAC611-2B1B-4F63-9ED8-D7A0FA256067}" type="pres">
      <dgm:prSet presAssocID="{7281A08C-101F-4D57-BA95-F286CDE12360}" presName="parTx" presStyleLbl="revTx" presStyleIdx="8" presStyleCnt="10">
        <dgm:presLayoutVars>
          <dgm:chMax val="0"/>
          <dgm:chPref val="0"/>
        </dgm:presLayoutVars>
      </dgm:prSet>
      <dgm:spPr/>
    </dgm:pt>
    <dgm:pt modelId="{1927C34B-CE6F-488D-9D5C-1E53B93E1D73}" type="pres">
      <dgm:prSet presAssocID="{7281A08C-101F-4D57-BA95-F286CDE12360}" presName="txSpace" presStyleCnt="0"/>
      <dgm:spPr/>
    </dgm:pt>
    <dgm:pt modelId="{49E87A95-A249-45E3-A896-6A2385F1826E}" type="pres">
      <dgm:prSet presAssocID="{7281A08C-101F-4D57-BA95-F286CDE12360}" presName="desTx" presStyleLbl="revTx" presStyleIdx="9" presStyleCnt="10">
        <dgm:presLayoutVars/>
      </dgm:prSet>
      <dgm:spPr/>
    </dgm:pt>
  </dgm:ptLst>
  <dgm:cxnLst>
    <dgm:cxn modelId="{94027200-9510-433F-87CE-3F9B09F662B1}" srcId="{C2151C1A-6C37-441E-A6E3-0827857729B3}" destId="{D423762F-2C00-404F-BAEA-D32996DFAD26}" srcOrd="2" destOrd="0" parTransId="{A7A574C8-F468-4CD7-BD83-7B1A7F4B2709}" sibTransId="{43FCAFDD-339C-4A38-A592-354361253ABC}"/>
    <dgm:cxn modelId="{9454A508-F181-4141-A6FB-CF54734D04D4}" type="presOf" srcId="{7281A08C-101F-4D57-BA95-F286CDE12360}" destId="{E9AAC611-2B1B-4F63-9ED8-D7A0FA256067}" srcOrd="0" destOrd="0" presId="urn:microsoft.com/office/officeart/2018/2/layout/IconLabelDescriptionList"/>
    <dgm:cxn modelId="{4EB1FB0E-991A-4F4C-AC48-716423D2258B}" srcId="{830A554F-BC2A-447E-967F-D79AB06F0F0C}" destId="{43C37B05-4D05-49F3-B41B-2114617B324A}" srcOrd="1" destOrd="0" parTransId="{0071F2E5-ADA0-4DFF-AE01-6E66C01BFE64}" sibTransId="{27EEB319-4608-47E6-809B-E61400DA89BC}"/>
    <dgm:cxn modelId="{62741B11-CE50-4EDD-9036-EA096F452ACE}" srcId="{C2151C1A-6C37-441E-A6E3-0827857729B3}" destId="{9B0C742F-8994-4E94-9B12-58255CF35FC3}" srcOrd="1" destOrd="0" parTransId="{A524ACCC-9D64-42A7-8479-9639817CD485}" sibTransId="{30683FE0-CE66-4F39-975C-D55312B62E74}"/>
    <dgm:cxn modelId="{DCDD5111-D16D-4F3A-9C19-9B6D500FE399}" type="presOf" srcId="{51FBE0C0-7ABA-4F34-BA8E-A31EA7C6034A}" destId="{83F52071-6BED-4C34-AC49-BD7E486E9089}" srcOrd="0" destOrd="2" presId="urn:microsoft.com/office/officeart/2018/2/layout/IconLabelDescriptionList"/>
    <dgm:cxn modelId="{84B46815-EFE4-4395-B943-42AB99C38D9D}" type="presOf" srcId="{93B17162-3914-49C1-A0CA-E7E58BCE1CF7}" destId="{49E87A95-A249-45E3-A896-6A2385F1826E}" srcOrd="0" destOrd="3" presId="urn:microsoft.com/office/officeart/2018/2/layout/IconLabelDescriptionList"/>
    <dgm:cxn modelId="{354EC819-C30C-4519-BDE3-709EE0C2D251}" type="presOf" srcId="{C2151C1A-6C37-441E-A6E3-0827857729B3}" destId="{E9198D74-5041-4FBA-A07D-692F88E366AE}" srcOrd="0" destOrd="0" presId="urn:microsoft.com/office/officeart/2018/2/layout/IconLabelDescriptionList"/>
    <dgm:cxn modelId="{C4E1511F-D43A-44E1-A0D0-EB6C10384B49}" type="presOf" srcId="{9F9F416C-4080-4391-8FA5-3AD785CBDE68}" destId="{49E87A95-A249-45E3-A896-6A2385F1826E}" srcOrd="0" destOrd="2" presId="urn:microsoft.com/office/officeart/2018/2/layout/IconLabelDescriptionList"/>
    <dgm:cxn modelId="{8116961F-53BE-4931-A112-95D358122F66}" srcId="{830A554F-BC2A-447E-967F-D79AB06F0F0C}" destId="{AFD455BD-A372-4FBA-8848-83D64BFFA566}" srcOrd="0" destOrd="0" parTransId="{C4AB3B9E-9827-48F0-A452-C10ADEBEB3A6}" sibTransId="{8EF08C70-BACB-4816-BFDD-FC5C78A763AB}"/>
    <dgm:cxn modelId="{5819C220-2A84-4EF6-8B33-791D87DE23E4}" type="presOf" srcId="{ED6B6039-BE67-4ACE-9696-E5C644544F3A}" destId="{A9B1AC6E-7930-4A3F-81BB-9C189EFC1C37}" srcOrd="0" destOrd="1" presId="urn:microsoft.com/office/officeart/2018/2/layout/IconLabelDescriptionList"/>
    <dgm:cxn modelId="{9775A624-F6BD-4E64-B635-011E65941A70}" type="presOf" srcId="{D423762F-2C00-404F-BAEA-D32996DFAD26}" destId="{B1F27B38-B78F-4A11-AA36-C20CB8E91CB7}" srcOrd="0" destOrd="2" presId="urn:microsoft.com/office/officeart/2018/2/layout/IconLabelDescriptionList"/>
    <dgm:cxn modelId="{76CDCC26-347D-4AA4-A9ED-9656E76B9ED3}" srcId="{7281A08C-101F-4D57-BA95-F286CDE12360}" destId="{90737312-5C3D-4643-8632-C1EFF8E3FC04}" srcOrd="1" destOrd="0" parTransId="{FB19552F-8CA2-4E5E-AAFB-601F1500D6A2}" sibTransId="{7C23401B-8247-483D-8637-7275D862C694}"/>
    <dgm:cxn modelId="{5B954F31-584A-40FD-B9C0-7001E419A6D1}" type="presOf" srcId="{90737312-5C3D-4643-8632-C1EFF8E3FC04}" destId="{49E87A95-A249-45E3-A896-6A2385F1826E}" srcOrd="0" destOrd="1" presId="urn:microsoft.com/office/officeart/2018/2/layout/IconLabelDescriptionList"/>
    <dgm:cxn modelId="{AB73DA31-5437-4832-8D8D-1CA722252CB7}" type="presOf" srcId="{E03E0C0F-0E9C-4A7A-92C8-FED82FE4DF4F}" destId="{83F52071-6BED-4C34-AC49-BD7E486E9089}" srcOrd="0" destOrd="3" presId="urn:microsoft.com/office/officeart/2018/2/layout/IconLabelDescriptionList"/>
    <dgm:cxn modelId="{A73C4D32-07B8-491E-866B-D883CFD065BA}" type="presOf" srcId="{85D100CD-620E-4128-B696-468D30B7336E}" destId="{CFD831A7-F503-4C32-87D4-227C18BB0EEC}" srcOrd="0" destOrd="0" presId="urn:microsoft.com/office/officeart/2018/2/layout/IconLabelDescriptionList"/>
    <dgm:cxn modelId="{E2F55A32-D062-4813-B522-58AE462DDC0E}" type="presOf" srcId="{AFD455BD-A372-4FBA-8848-83D64BFFA566}" destId="{691D24F3-717B-4A10-B2B6-7881172A1723}" srcOrd="0" destOrd="0" presId="urn:microsoft.com/office/officeart/2018/2/layout/IconLabelDescriptionList"/>
    <dgm:cxn modelId="{72B9F93B-2BEF-4746-B865-C16543C9587C}" srcId="{85D100CD-620E-4128-B696-468D30B7336E}" destId="{E03E0C0F-0E9C-4A7A-92C8-FED82FE4DF4F}" srcOrd="3" destOrd="0" parTransId="{D7D6CE91-B153-499B-B7CE-81B0934004FF}" sibTransId="{209A91A5-7BDE-44BC-8C21-2603C4A12E58}"/>
    <dgm:cxn modelId="{2C2E1F5B-5AE1-4D66-B795-CE6BC3EACE31}" srcId="{7281A08C-101F-4D57-BA95-F286CDE12360}" destId="{93B17162-3914-49C1-A0CA-E7E58BCE1CF7}" srcOrd="3" destOrd="0" parTransId="{EE0A0646-67EC-4B7C-ADBE-2F88F52ACAAB}" sibTransId="{2EF4E04C-6BC8-4752-9C6A-535427DEDBB0}"/>
    <dgm:cxn modelId="{191A7466-4CF9-49C5-99A8-7B354E6A6D5B}" type="presOf" srcId="{CA1CCDAD-82BC-4A4A-A152-D80A4313A8F9}" destId="{83F52071-6BED-4C34-AC49-BD7E486E9089}" srcOrd="0" destOrd="1" presId="urn:microsoft.com/office/officeart/2018/2/layout/IconLabelDescriptionList"/>
    <dgm:cxn modelId="{E128C666-293C-4DEB-9441-11AF8C2A4BD6}" srcId="{7281A08C-101F-4D57-BA95-F286CDE12360}" destId="{78496835-45ED-4A8B-A737-FAC1B21330C5}" srcOrd="0" destOrd="0" parTransId="{E4AB6D12-A395-4CDF-AD35-1D2DDFC41033}" sibTransId="{2283663E-ED52-4EE0-900F-EF63B69853A9}"/>
    <dgm:cxn modelId="{2858DB48-55A7-4E46-BFA9-509B14362471}" srcId="{830A554F-BC2A-447E-967F-D79AB06F0F0C}" destId="{05716544-61FA-4CBD-B3E4-1CFC4C933100}" srcOrd="2" destOrd="0" parTransId="{93D4BE8D-BE2F-4937-B551-05CAF0353A06}" sibTransId="{10FA0E23-00AF-4239-8791-876F768C8041}"/>
    <dgm:cxn modelId="{41C2846A-DF3C-4A4A-BB33-9001CBABAABD}" srcId="{51FFCB47-3CBE-49DF-8377-C5D64671E94F}" destId="{C2151C1A-6C37-441E-A6E3-0827857729B3}" srcOrd="2" destOrd="0" parTransId="{440A92E4-6C9A-41EF-BDED-EED65D21638B}" sibTransId="{356CBB39-FE24-4FD4-95F3-EDD77A137808}"/>
    <dgm:cxn modelId="{D2CFDC73-93CD-4031-B445-4ED7B1B65EB7}" type="presOf" srcId="{761EB49B-DB3A-4DDC-B1DB-DAD05403DB42}" destId="{A9B1AC6E-7930-4A3F-81BB-9C189EFC1C37}" srcOrd="0" destOrd="2" presId="urn:microsoft.com/office/officeart/2018/2/layout/IconLabelDescriptionList"/>
    <dgm:cxn modelId="{C4277B75-563B-4FC5-9C93-8E950145A93F}" srcId="{1E648E24-93B9-4233-93F8-7A91311D2F0A}" destId="{23B609AD-69D8-495F-9FF1-70AFCA88974E}" srcOrd="0" destOrd="0" parTransId="{59FB213E-851F-4ABD-8D8A-2281530BF5F0}" sibTransId="{03BA367B-A49A-4219-B7F7-2839E9C27791}"/>
    <dgm:cxn modelId="{599CAB7E-5595-4229-930E-E5B53DE7B74E}" srcId="{1E648E24-93B9-4233-93F8-7A91311D2F0A}" destId="{761EB49B-DB3A-4DDC-B1DB-DAD05403DB42}" srcOrd="2" destOrd="0" parTransId="{10A75248-3998-4D9D-BCC2-9A2DD4EE2C71}" sibTransId="{474C150A-C8B3-4647-B4E6-04FC559280A8}"/>
    <dgm:cxn modelId="{5B9F8A80-1052-4EAB-BEE7-138760954324}" type="presOf" srcId="{43C37B05-4D05-49F3-B41B-2114617B324A}" destId="{691D24F3-717B-4A10-B2B6-7881172A1723}" srcOrd="0" destOrd="1" presId="urn:microsoft.com/office/officeart/2018/2/layout/IconLabelDescriptionList"/>
    <dgm:cxn modelId="{E20A8488-D667-4EB3-B1A7-FC4C4822E420}" srcId="{51FFCB47-3CBE-49DF-8377-C5D64671E94F}" destId="{85D100CD-620E-4128-B696-468D30B7336E}" srcOrd="3" destOrd="0" parTransId="{0232E8FC-FECA-4C04-9570-D45B9F94DDF8}" sibTransId="{9D0653B1-1EEC-4FA3-9351-B2084B2EFB32}"/>
    <dgm:cxn modelId="{17E3CC8D-A11D-4B93-81BC-1B3530FEED05}" srcId="{85D100CD-620E-4128-B696-468D30B7336E}" destId="{898725B8-3AF1-49DF-A767-1D4578E930C8}" srcOrd="0" destOrd="0" parTransId="{994ABF27-DF11-448E-93CB-705E775C7DE9}" sibTransId="{4AD4D7BB-4C0A-4ED5-AD07-0C367DD7C789}"/>
    <dgm:cxn modelId="{3CC10E8E-5C95-4B0E-BAFF-6D19038A04A4}" type="presOf" srcId="{D5B8C390-3B35-4EF6-88FB-57E551CCD105}" destId="{B1F27B38-B78F-4A11-AA36-C20CB8E91CB7}" srcOrd="0" destOrd="0" presId="urn:microsoft.com/office/officeart/2018/2/layout/IconLabelDescriptionList"/>
    <dgm:cxn modelId="{1AB5E28F-53FC-4F24-88F0-09FEBECD4C0C}" type="presOf" srcId="{898725B8-3AF1-49DF-A767-1D4578E930C8}" destId="{83F52071-6BED-4C34-AC49-BD7E486E9089}" srcOrd="0" destOrd="0" presId="urn:microsoft.com/office/officeart/2018/2/layout/IconLabelDescriptionList"/>
    <dgm:cxn modelId="{20D59193-C9FB-4E50-800F-DFD1EC781054}" srcId="{7281A08C-101F-4D57-BA95-F286CDE12360}" destId="{9F9F416C-4080-4391-8FA5-3AD785CBDE68}" srcOrd="2" destOrd="0" parTransId="{8E566039-E290-4212-B5A0-9ED26070A2E2}" sibTransId="{CDE879FF-6EF7-447A-9779-E74A9410954C}"/>
    <dgm:cxn modelId="{7CE5C89C-AFF8-4329-B600-822731D8F657}" type="presOf" srcId="{78496835-45ED-4A8B-A737-FAC1B21330C5}" destId="{49E87A95-A249-45E3-A896-6A2385F1826E}" srcOrd="0" destOrd="0" presId="urn:microsoft.com/office/officeart/2018/2/layout/IconLabelDescriptionList"/>
    <dgm:cxn modelId="{74D924A7-C11C-45E3-AC98-7B61376A5D99}" srcId="{51FFCB47-3CBE-49DF-8377-C5D64671E94F}" destId="{7281A08C-101F-4D57-BA95-F286CDE12360}" srcOrd="4" destOrd="0" parTransId="{EAA220C2-B245-440E-9C03-7877477E5973}" sibTransId="{3F98732A-F9E5-491B-B01B-2B36423D8382}"/>
    <dgm:cxn modelId="{49A603B2-1E9D-40F7-91A4-87816AAEAE85}" srcId="{51FFCB47-3CBE-49DF-8377-C5D64671E94F}" destId="{830A554F-BC2A-447E-967F-D79AB06F0F0C}" srcOrd="1" destOrd="0" parTransId="{F7334ABE-9D5D-4A54-9271-1396BEC38C92}" sibTransId="{53B9EB23-74A3-443B-9116-7F313F19C911}"/>
    <dgm:cxn modelId="{F7D9D8C1-4FD4-48B5-8DFF-A28E0C2C9A31}" srcId="{85D100CD-620E-4128-B696-468D30B7336E}" destId="{CA1CCDAD-82BC-4A4A-A152-D80A4313A8F9}" srcOrd="1" destOrd="0" parTransId="{F9E27849-7980-427F-918D-90E2873C15CC}" sibTransId="{EF81CBD3-C3DB-4C2D-ADC5-604E4A515983}"/>
    <dgm:cxn modelId="{FC2F52D0-D489-478E-80C4-1F5BF77A5C22}" type="presOf" srcId="{23B609AD-69D8-495F-9FF1-70AFCA88974E}" destId="{A9B1AC6E-7930-4A3F-81BB-9C189EFC1C37}" srcOrd="0" destOrd="0" presId="urn:microsoft.com/office/officeart/2018/2/layout/IconLabelDescriptionList"/>
    <dgm:cxn modelId="{7E69CBD1-0C80-4093-A21F-2558F2679234}" type="presOf" srcId="{05716544-61FA-4CBD-B3E4-1CFC4C933100}" destId="{691D24F3-717B-4A10-B2B6-7881172A1723}" srcOrd="0" destOrd="2" presId="urn:microsoft.com/office/officeart/2018/2/layout/IconLabelDescriptionList"/>
    <dgm:cxn modelId="{625F27DD-BC2F-4963-8CC5-BBD9A843050C}" type="presOf" srcId="{1E648E24-93B9-4233-93F8-7A91311D2F0A}" destId="{17003D23-E083-411B-B997-FFE0FAB1512D}" srcOrd="0" destOrd="0" presId="urn:microsoft.com/office/officeart/2018/2/layout/IconLabelDescriptionList"/>
    <dgm:cxn modelId="{8F44A0DF-3197-43D7-9C37-59E4D3F286DE}" srcId="{C2151C1A-6C37-441E-A6E3-0827857729B3}" destId="{D5B8C390-3B35-4EF6-88FB-57E551CCD105}" srcOrd="0" destOrd="0" parTransId="{9C601066-6C2A-4225-A044-A2AD00AF2173}" sibTransId="{AE5D86E7-9F63-4C94-B17E-46BAD714A966}"/>
    <dgm:cxn modelId="{0248D8DF-5D7C-4E3E-AA19-FF4BBD9BFE82}" type="presOf" srcId="{830A554F-BC2A-447E-967F-D79AB06F0F0C}" destId="{42D6F752-B8FE-4EE4-A11E-5F97F1FA564D}" srcOrd="0" destOrd="0" presId="urn:microsoft.com/office/officeart/2018/2/layout/IconLabelDescriptionList"/>
    <dgm:cxn modelId="{2F103DE9-AD58-4E94-886E-C944D7F7CF14}" srcId="{1E648E24-93B9-4233-93F8-7A91311D2F0A}" destId="{ED6B6039-BE67-4ACE-9696-E5C644544F3A}" srcOrd="1" destOrd="0" parTransId="{01DA8C54-350B-44C0-8B35-EC43906E32D7}" sibTransId="{B19C8774-3FAB-429A-9583-7A0E40F2CBCE}"/>
    <dgm:cxn modelId="{BBE996F2-1B94-4092-956E-3AB3FADD9580}" srcId="{85D100CD-620E-4128-B696-468D30B7336E}" destId="{51FBE0C0-7ABA-4F34-BA8E-A31EA7C6034A}" srcOrd="2" destOrd="0" parTransId="{BFF8E1AB-0FCC-44D5-AA58-845795B4E1FF}" sibTransId="{B1398315-4ED5-4A95-A528-4501DF4E6776}"/>
    <dgm:cxn modelId="{CEEE8AF3-53EA-4953-A1DD-A2EB1DBE7922}" srcId="{51FFCB47-3CBE-49DF-8377-C5D64671E94F}" destId="{1E648E24-93B9-4233-93F8-7A91311D2F0A}" srcOrd="0" destOrd="0" parTransId="{AC122DF5-EAC1-4E1C-B341-BB952A7D70D9}" sibTransId="{C3936A0D-2378-4E79-8C63-F9B82C95AADA}"/>
    <dgm:cxn modelId="{C26202F5-2780-48D5-BB66-56B35567319D}" type="presOf" srcId="{9B0C742F-8994-4E94-9B12-58255CF35FC3}" destId="{B1F27B38-B78F-4A11-AA36-C20CB8E91CB7}" srcOrd="0" destOrd="1" presId="urn:microsoft.com/office/officeart/2018/2/layout/IconLabelDescriptionList"/>
    <dgm:cxn modelId="{1FEBF2F9-0399-4A47-BC4D-7E7681904D53}" type="presOf" srcId="{51FFCB47-3CBE-49DF-8377-C5D64671E94F}" destId="{4A8E3DD3-3789-4B3F-A2BD-9C7F6B402E2B}" srcOrd="0" destOrd="0" presId="urn:microsoft.com/office/officeart/2018/2/layout/IconLabelDescriptionList"/>
    <dgm:cxn modelId="{AC124800-EF73-468E-9E16-6C6C0CB9C5DD}" type="presParOf" srcId="{4A8E3DD3-3789-4B3F-A2BD-9C7F6B402E2B}" destId="{3CC2EA5A-CE5C-405B-9CDF-09E8B9B51703}" srcOrd="0" destOrd="0" presId="urn:microsoft.com/office/officeart/2018/2/layout/IconLabelDescriptionList"/>
    <dgm:cxn modelId="{9614BCBB-9680-4403-9096-2DB8B8AF8897}" type="presParOf" srcId="{3CC2EA5A-CE5C-405B-9CDF-09E8B9B51703}" destId="{F144BC02-6EE1-4E15-8F02-7ADAB8BBCFB1}" srcOrd="0" destOrd="0" presId="urn:microsoft.com/office/officeart/2018/2/layout/IconLabelDescriptionList"/>
    <dgm:cxn modelId="{0CF3F321-8CF0-4EF5-AC5A-155310C8BF5D}" type="presParOf" srcId="{3CC2EA5A-CE5C-405B-9CDF-09E8B9B51703}" destId="{84D56D5B-F14F-4AAD-A2DD-F28F4647F464}" srcOrd="1" destOrd="0" presId="urn:microsoft.com/office/officeart/2018/2/layout/IconLabelDescriptionList"/>
    <dgm:cxn modelId="{96125AC2-7381-4A8C-8056-0832BE0C3223}" type="presParOf" srcId="{3CC2EA5A-CE5C-405B-9CDF-09E8B9B51703}" destId="{17003D23-E083-411B-B997-FFE0FAB1512D}" srcOrd="2" destOrd="0" presId="urn:microsoft.com/office/officeart/2018/2/layout/IconLabelDescriptionList"/>
    <dgm:cxn modelId="{442AFAE3-11B4-4126-91E8-528BBDD7307F}" type="presParOf" srcId="{3CC2EA5A-CE5C-405B-9CDF-09E8B9B51703}" destId="{A6D66886-C79C-4223-BE1B-2F783DCA12CC}" srcOrd="3" destOrd="0" presId="urn:microsoft.com/office/officeart/2018/2/layout/IconLabelDescriptionList"/>
    <dgm:cxn modelId="{0FDEFB92-38ED-463D-86C7-7FA401CD4C41}" type="presParOf" srcId="{3CC2EA5A-CE5C-405B-9CDF-09E8B9B51703}" destId="{A9B1AC6E-7930-4A3F-81BB-9C189EFC1C37}" srcOrd="4" destOrd="0" presId="urn:microsoft.com/office/officeart/2018/2/layout/IconLabelDescriptionList"/>
    <dgm:cxn modelId="{2D41442C-852B-469C-A2DF-4A26A031B31A}" type="presParOf" srcId="{4A8E3DD3-3789-4B3F-A2BD-9C7F6B402E2B}" destId="{E1A853F4-860F-46FB-9C3E-BD3E0C7FB845}" srcOrd="1" destOrd="0" presId="urn:microsoft.com/office/officeart/2018/2/layout/IconLabelDescriptionList"/>
    <dgm:cxn modelId="{EC210ECE-BAB8-4136-BE12-AD46E19479C7}" type="presParOf" srcId="{4A8E3DD3-3789-4B3F-A2BD-9C7F6B402E2B}" destId="{D844B2CE-D161-4414-A7D1-7AD8A56E42A5}" srcOrd="2" destOrd="0" presId="urn:microsoft.com/office/officeart/2018/2/layout/IconLabelDescriptionList"/>
    <dgm:cxn modelId="{F367709F-1973-4158-B550-9D06239F5AFF}" type="presParOf" srcId="{D844B2CE-D161-4414-A7D1-7AD8A56E42A5}" destId="{E3DE0888-46D3-4DF4-81DC-1979A2F1B5CA}" srcOrd="0" destOrd="0" presId="urn:microsoft.com/office/officeart/2018/2/layout/IconLabelDescriptionList"/>
    <dgm:cxn modelId="{2D0332A7-7591-4C12-B09E-9F6AE1A4CB48}" type="presParOf" srcId="{D844B2CE-D161-4414-A7D1-7AD8A56E42A5}" destId="{82FB4C64-3101-4DDB-BE0C-5CA9F3CD8983}" srcOrd="1" destOrd="0" presId="urn:microsoft.com/office/officeart/2018/2/layout/IconLabelDescriptionList"/>
    <dgm:cxn modelId="{C71225A2-F7C6-4866-84D4-1CDC7E79C707}" type="presParOf" srcId="{D844B2CE-D161-4414-A7D1-7AD8A56E42A5}" destId="{42D6F752-B8FE-4EE4-A11E-5F97F1FA564D}" srcOrd="2" destOrd="0" presId="urn:microsoft.com/office/officeart/2018/2/layout/IconLabelDescriptionList"/>
    <dgm:cxn modelId="{613CF190-D51C-4344-A594-44F93ED7AEEE}" type="presParOf" srcId="{D844B2CE-D161-4414-A7D1-7AD8A56E42A5}" destId="{D5EC194F-00C3-40A4-8348-CAF9E3582262}" srcOrd="3" destOrd="0" presId="urn:microsoft.com/office/officeart/2018/2/layout/IconLabelDescriptionList"/>
    <dgm:cxn modelId="{BB4E274D-E90C-4958-B328-31F97D211F53}" type="presParOf" srcId="{D844B2CE-D161-4414-A7D1-7AD8A56E42A5}" destId="{691D24F3-717B-4A10-B2B6-7881172A1723}" srcOrd="4" destOrd="0" presId="urn:microsoft.com/office/officeart/2018/2/layout/IconLabelDescriptionList"/>
    <dgm:cxn modelId="{84CAA581-73FE-42E5-B04B-72F1DA84CD68}" type="presParOf" srcId="{4A8E3DD3-3789-4B3F-A2BD-9C7F6B402E2B}" destId="{ABE41328-8628-4FE5-889D-1FB7927E65F2}" srcOrd="3" destOrd="0" presId="urn:microsoft.com/office/officeart/2018/2/layout/IconLabelDescriptionList"/>
    <dgm:cxn modelId="{46F63B67-467E-4A57-A570-6F29E08F9E12}" type="presParOf" srcId="{4A8E3DD3-3789-4B3F-A2BD-9C7F6B402E2B}" destId="{B9DD1884-5F36-441B-87AD-4E5C208F0611}" srcOrd="4" destOrd="0" presId="urn:microsoft.com/office/officeart/2018/2/layout/IconLabelDescriptionList"/>
    <dgm:cxn modelId="{C651B97A-9861-41E3-8300-1B9300D41072}" type="presParOf" srcId="{B9DD1884-5F36-441B-87AD-4E5C208F0611}" destId="{AD3FA4FD-5828-47F1-9711-DDFDD120E829}" srcOrd="0" destOrd="0" presId="urn:microsoft.com/office/officeart/2018/2/layout/IconLabelDescriptionList"/>
    <dgm:cxn modelId="{00A969E5-0FF5-4DA1-AF06-E92DD4256B60}" type="presParOf" srcId="{B9DD1884-5F36-441B-87AD-4E5C208F0611}" destId="{E237D488-6F90-4ABA-A6BD-0AC35F4FAE6A}" srcOrd="1" destOrd="0" presId="urn:microsoft.com/office/officeart/2018/2/layout/IconLabelDescriptionList"/>
    <dgm:cxn modelId="{D604A46E-6D44-4F32-A457-95D4ADAAAC76}" type="presParOf" srcId="{B9DD1884-5F36-441B-87AD-4E5C208F0611}" destId="{E9198D74-5041-4FBA-A07D-692F88E366AE}" srcOrd="2" destOrd="0" presId="urn:microsoft.com/office/officeart/2018/2/layout/IconLabelDescriptionList"/>
    <dgm:cxn modelId="{FF26DEE9-3E90-44E3-8228-5555D18DFBAF}" type="presParOf" srcId="{B9DD1884-5F36-441B-87AD-4E5C208F0611}" destId="{564C7694-ACF9-42DE-AD47-83949A9E83F9}" srcOrd="3" destOrd="0" presId="urn:microsoft.com/office/officeart/2018/2/layout/IconLabelDescriptionList"/>
    <dgm:cxn modelId="{6B19E6D6-04E2-4BDD-97B9-8D8E8FDDA0EF}" type="presParOf" srcId="{B9DD1884-5F36-441B-87AD-4E5C208F0611}" destId="{B1F27B38-B78F-4A11-AA36-C20CB8E91CB7}" srcOrd="4" destOrd="0" presId="urn:microsoft.com/office/officeart/2018/2/layout/IconLabelDescriptionList"/>
    <dgm:cxn modelId="{BF07DD69-FF42-4651-9966-05E38774BB95}" type="presParOf" srcId="{4A8E3DD3-3789-4B3F-A2BD-9C7F6B402E2B}" destId="{9C045E37-C4EF-4FCE-AD8E-5E031B1BBE76}" srcOrd="5" destOrd="0" presId="urn:microsoft.com/office/officeart/2018/2/layout/IconLabelDescriptionList"/>
    <dgm:cxn modelId="{48EDBF28-A5BB-45A0-832F-EF014FFD8F01}" type="presParOf" srcId="{4A8E3DD3-3789-4B3F-A2BD-9C7F6B402E2B}" destId="{8CA29753-D402-4A91-BAD1-A2B1640741C4}" srcOrd="6" destOrd="0" presId="urn:microsoft.com/office/officeart/2018/2/layout/IconLabelDescriptionList"/>
    <dgm:cxn modelId="{5B96E612-DF6E-48D0-B5EC-7649015ED0B8}" type="presParOf" srcId="{8CA29753-D402-4A91-BAD1-A2B1640741C4}" destId="{E1343A70-5ECD-4556-B9C4-CB3C7E86446A}" srcOrd="0" destOrd="0" presId="urn:microsoft.com/office/officeart/2018/2/layout/IconLabelDescriptionList"/>
    <dgm:cxn modelId="{9BCFD2E1-7964-49FB-A4E9-A61948A24D8D}" type="presParOf" srcId="{8CA29753-D402-4A91-BAD1-A2B1640741C4}" destId="{DFA013F2-7A40-4B81-ADCA-C7C49568970A}" srcOrd="1" destOrd="0" presId="urn:microsoft.com/office/officeart/2018/2/layout/IconLabelDescriptionList"/>
    <dgm:cxn modelId="{F6507B80-3B33-4656-B42E-A8E60BE811E6}" type="presParOf" srcId="{8CA29753-D402-4A91-BAD1-A2B1640741C4}" destId="{CFD831A7-F503-4C32-87D4-227C18BB0EEC}" srcOrd="2" destOrd="0" presId="urn:microsoft.com/office/officeart/2018/2/layout/IconLabelDescriptionList"/>
    <dgm:cxn modelId="{18396B96-2977-4DD6-8F9B-7183D71546B9}" type="presParOf" srcId="{8CA29753-D402-4A91-BAD1-A2B1640741C4}" destId="{693BB218-C015-4C5C-AB7B-EEDE830F0F02}" srcOrd="3" destOrd="0" presId="urn:microsoft.com/office/officeart/2018/2/layout/IconLabelDescriptionList"/>
    <dgm:cxn modelId="{C13CB4EF-18CA-49C7-835A-4FDBE5C659C7}" type="presParOf" srcId="{8CA29753-D402-4A91-BAD1-A2B1640741C4}" destId="{83F52071-6BED-4C34-AC49-BD7E486E9089}" srcOrd="4" destOrd="0" presId="urn:microsoft.com/office/officeart/2018/2/layout/IconLabelDescriptionList"/>
    <dgm:cxn modelId="{FE0B963E-7FCB-4C27-9437-62AC55711806}" type="presParOf" srcId="{4A8E3DD3-3789-4B3F-A2BD-9C7F6B402E2B}" destId="{C4827E7A-792B-4324-808A-FDE502529D9D}" srcOrd="7" destOrd="0" presId="urn:microsoft.com/office/officeart/2018/2/layout/IconLabelDescriptionList"/>
    <dgm:cxn modelId="{FAECF162-335C-40FE-801C-D25CBD08F499}" type="presParOf" srcId="{4A8E3DD3-3789-4B3F-A2BD-9C7F6B402E2B}" destId="{7AAD4543-85CC-4317-A7EE-CBA173813418}" srcOrd="8" destOrd="0" presId="urn:microsoft.com/office/officeart/2018/2/layout/IconLabelDescriptionList"/>
    <dgm:cxn modelId="{417B7114-D2AC-48CD-8FF8-0C473AB04665}" type="presParOf" srcId="{7AAD4543-85CC-4317-A7EE-CBA173813418}" destId="{A609C9EA-36F3-4D12-8437-9312FF97B0CD}" srcOrd="0" destOrd="0" presId="urn:microsoft.com/office/officeart/2018/2/layout/IconLabelDescriptionList"/>
    <dgm:cxn modelId="{3F568E31-CB88-4EE8-A409-F8F165A95097}" type="presParOf" srcId="{7AAD4543-85CC-4317-A7EE-CBA173813418}" destId="{7E374B40-6888-4844-9CEE-E05007D3CC13}" srcOrd="1" destOrd="0" presId="urn:microsoft.com/office/officeart/2018/2/layout/IconLabelDescriptionList"/>
    <dgm:cxn modelId="{493A8933-B44F-4444-8B33-5329D1A15E6D}" type="presParOf" srcId="{7AAD4543-85CC-4317-A7EE-CBA173813418}" destId="{E9AAC611-2B1B-4F63-9ED8-D7A0FA256067}" srcOrd="2" destOrd="0" presId="urn:microsoft.com/office/officeart/2018/2/layout/IconLabelDescriptionList"/>
    <dgm:cxn modelId="{448B993C-C143-40B9-822E-7A9B3E8B826F}" type="presParOf" srcId="{7AAD4543-85CC-4317-A7EE-CBA173813418}" destId="{1927C34B-CE6F-488D-9D5C-1E53B93E1D73}" srcOrd="3" destOrd="0" presId="urn:microsoft.com/office/officeart/2018/2/layout/IconLabelDescriptionList"/>
    <dgm:cxn modelId="{40E94CF7-DF6F-4981-BBDE-48ED95CB5161}" type="presParOf" srcId="{7AAD4543-85CC-4317-A7EE-CBA173813418}" destId="{49E87A95-A249-45E3-A896-6A2385F1826E}"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2D0491-D1F8-420A-AD0A-E57AA4AC126C}" type="doc">
      <dgm:prSet loTypeId="urn:microsoft.com/office/officeart/2016/7/layout/BasicProcessNew" loCatId="process" qsTypeId="urn:microsoft.com/office/officeart/2005/8/quickstyle/simple1" qsCatId="simple" csTypeId="urn:microsoft.com/office/officeart/2005/8/colors/accent2_2" csCatId="accent2"/>
      <dgm:spPr/>
      <dgm:t>
        <a:bodyPr/>
        <a:lstStyle/>
        <a:p>
          <a:endParaRPr lang="en-US"/>
        </a:p>
      </dgm:t>
    </dgm:pt>
    <dgm:pt modelId="{F7F87511-3FCF-4517-AF4C-06C5098BF3FF}">
      <dgm:prSet/>
      <dgm:spPr/>
      <dgm:t>
        <a:bodyPr/>
        <a:lstStyle/>
        <a:p>
          <a:r>
            <a:rPr lang="en-IN" b="1" dirty="0"/>
            <a:t>What Are Multi‑Agent Systems?</a:t>
          </a:r>
          <a:br>
            <a:rPr lang="en-IN" dirty="0"/>
          </a:br>
          <a:r>
            <a:rPr lang="en-IN" dirty="0"/>
            <a:t>A Multi‑Agent System consists of </a:t>
          </a:r>
          <a:r>
            <a:rPr lang="en-IN" b="1" dirty="0"/>
            <a:t>multiple autonomous agents</a:t>
          </a:r>
          <a:r>
            <a:rPr lang="en-IN" dirty="0"/>
            <a:t> interacting within a shared environment to solve problems that are too large or complex for a single agent.</a:t>
          </a:r>
          <a:endParaRPr lang="en-US" dirty="0"/>
        </a:p>
      </dgm:t>
    </dgm:pt>
    <dgm:pt modelId="{F11469F5-9E9C-4F5E-B902-4732FB222309}" type="parTrans" cxnId="{A5CEA93B-2E5C-4DED-9B59-9671D7633B24}">
      <dgm:prSet/>
      <dgm:spPr/>
      <dgm:t>
        <a:bodyPr/>
        <a:lstStyle/>
        <a:p>
          <a:endParaRPr lang="en-US"/>
        </a:p>
      </dgm:t>
    </dgm:pt>
    <dgm:pt modelId="{1CDFAFA1-7B42-4A96-8DC1-79AAA6C13D35}" type="sibTrans" cxnId="{A5CEA93B-2E5C-4DED-9B59-9671D7633B24}">
      <dgm:prSet/>
      <dgm:spPr/>
      <dgm:t>
        <a:bodyPr/>
        <a:lstStyle/>
        <a:p>
          <a:endParaRPr lang="en-US"/>
        </a:p>
      </dgm:t>
    </dgm:pt>
    <dgm:pt modelId="{AB12829F-14F4-4BFF-BECA-D476FB737C5C}">
      <dgm:prSet/>
      <dgm:spPr/>
      <dgm:t>
        <a:bodyPr/>
        <a:lstStyle/>
        <a:p>
          <a:r>
            <a:rPr lang="en-IN" b="1"/>
            <a:t>Key Characteristics</a:t>
          </a:r>
          <a:endParaRPr lang="en-US"/>
        </a:p>
      </dgm:t>
    </dgm:pt>
    <dgm:pt modelId="{C8B3D0E9-C323-4769-A29E-7652BA5E01DE}" type="parTrans" cxnId="{7161F4DD-66EB-48E6-960A-4343865EAC03}">
      <dgm:prSet/>
      <dgm:spPr/>
      <dgm:t>
        <a:bodyPr/>
        <a:lstStyle/>
        <a:p>
          <a:endParaRPr lang="en-US"/>
        </a:p>
      </dgm:t>
    </dgm:pt>
    <dgm:pt modelId="{4F415FA1-006B-4B88-83DE-DBE402B572A4}" type="sibTrans" cxnId="{7161F4DD-66EB-48E6-960A-4343865EAC03}">
      <dgm:prSet/>
      <dgm:spPr/>
      <dgm:t>
        <a:bodyPr/>
        <a:lstStyle/>
        <a:p>
          <a:endParaRPr lang="en-US"/>
        </a:p>
      </dgm:t>
    </dgm:pt>
    <dgm:pt modelId="{6E1043D9-45A2-4AC7-AD79-5CDA926EF47B}">
      <dgm:prSet/>
      <dgm:spPr/>
      <dgm:t>
        <a:bodyPr/>
        <a:lstStyle/>
        <a:p>
          <a:r>
            <a:rPr lang="en-IN" b="1"/>
            <a:t>Communication Between Agents</a:t>
          </a:r>
          <a:endParaRPr lang="en-US"/>
        </a:p>
      </dgm:t>
    </dgm:pt>
    <dgm:pt modelId="{788E9368-9896-4967-B410-6989681C2531}" type="parTrans" cxnId="{2724C423-14A4-4ACA-B2CA-CF80682F60E2}">
      <dgm:prSet/>
      <dgm:spPr/>
      <dgm:t>
        <a:bodyPr/>
        <a:lstStyle/>
        <a:p>
          <a:endParaRPr lang="en-US"/>
        </a:p>
      </dgm:t>
    </dgm:pt>
    <dgm:pt modelId="{53D6078D-FEB2-4B25-B796-2622A8B1C7B4}" type="sibTrans" cxnId="{2724C423-14A4-4ACA-B2CA-CF80682F60E2}">
      <dgm:prSet/>
      <dgm:spPr/>
      <dgm:t>
        <a:bodyPr/>
        <a:lstStyle/>
        <a:p>
          <a:endParaRPr lang="en-US"/>
        </a:p>
      </dgm:t>
    </dgm:pt>
    <dgm:pt modelId="{8170BACB-08C4-46A1-815F-63AE88D04D96}">
      <dgm:prSet/>
      <dgm:spPr/>
      <dgm:t>
        <a:bodyPr/>
        <a:lstStyle/>
        <a:p>
          <a:r>
            <a:rPr lang="en-IN"/>
            <a:t>Agents exchange messages, signals, or data</a:t>
          </a:r>
          <a:endParaRPr lang="en-US"/>
        </a:p>
      </dgm:t>
    </dgm:pt>
    <dgm:pt modelId="{0FC48FE5-AB68-4E24-B573-30F9DAE30F8C}" type="parTrans" cxnId="{1C6704EC-EE89-4542-94AD-26D868ED61C0}">
      <dgm:prSet/>
      <dgm:spPr/>
      <dgm:t>
        <a:bodyPr/>
        <a:lstStyle/>
        <a:p>
          <a:endParaRPr lang="en-US"/>
        </a:p>
      </dgm:t>
    </dgm:pt>
    <dgm:pt modelId="{7FFB1C9B-A236-4365-8D5C-B593E396C3A7}" type="sibTrans" cxnId="{1C6704EC-EE89-4542-94AD-26D868ED61C0}">
      <dgm:prSet/>
      <dgm:spPr/>
      <dgm:t>
        <a:bodyPr/>
        <a:lstStyle/>
        <a:p>
          <a:endParaRPr lang="en-US"/>
        </a:p>
      </dgm:t>
    </dgm:pt>
    <dgm:pt modelId="{9EEE0D94-EE92-4CD1-9250-F4BFE46B1DAF}">
      <dgm:prSet/>
      <dgm:spPr/>
      <dgm:t>
        <a:bodyPr/>
        <a:lstStyle/>
        <a:p>
          <a:r>
            <a:rPr lang="en-IN"/>
            <a:t>Enables information sharing, negotiation, conflict resolution</a:t>
          </a:r>
          <a:endParaRPr lang="en-US"/>
        </a:p>
      </dgm:t>
    </dgm:pt>
    <dgm:pt modelId="{74106E5A-8801-4152-9DBF-E245455172E1}" type="parTrans" cxnId="{52237D00-3BA7-46C6-BFD8-B989077ABAA8}">
      <dgm:prSet/>
      <dgm:spPr/>
      <dgm:t>
        <a:bodyPr/>
        <a:lstStyle/>
        <a:p>
          <a:endParaRPr lang="en-US"/>
        </a:p>
      </dgm:t>
    </dgm:pt>
    <dgm:pt modelId="{97C58D1B-36D1-460C-B2C2-467482D989BC}" type="sibTrans" cxnId="{52237D00-3BA7-46C6-BFD8-B989077ABAA8}">
      <dgm:prSet/>
      <dgm:spPr/>
      <dgm:t>
        <a:bodyPr/>
        <a:lstStyle/>
        <a:p>
          <a:endParaRPr lang="en-US"/>
        </a:p>
      </dgm:t>
    </dgm:pt>
    <dgm:pt modelId="{5F4302C5-384B-4F8A-81A0-8E1E41C55E90}">
      <dgm:prSet/>
      <dgm:spPr/>
      <dgm:t>
        <a:bodyPr/>
        <a:lstStyle/>
        <a:p>
          <a:r>
            <a:rPr lang="en-IN"/>
            <a:t>Supports teamwork and dynamic coordination</a:t>
          </a:r>
          <a:endParaRPr lang="en-US"/>
        </a:p>
      </dgm:t>
    </dgm:pt>
    <dgm:pt modelId="{9E38993C-34BE-45BE-BC03-2572DB7531BE}" type="parTrans" cxnId="{8A9B9873-1900-4A6D-A115-DA47E85E4C79}">
      <dgm:prSet/>
      <dgm:spPr/>
      <dgm:t>
        <a:bodyPr/>
        <a:lstStyle/>
        <a:p>
          <a:endParaRPr lang="en-US"/>
        </a:p>
      </dgm:t>
    </dgm:pt>
    <dgm:pt modelId="{81BE1077-B017-44F1-A1D7-8207AC58B56F}" type="sibTrans" cxnId="{8A9B9873-1900-4A6D-A115-DA47E85E4C79}">
      <dgm:prSet/>
      <dgm:spPr/>
      <dgm:t>
        <a:bodyPr/>
        <a:lstStyle/>
        <a:p>
          <a:endParaRPr lang="en-US"/>
        </a:p>
      </dgm:t>
    </dgm:pt>
    <dgm:pt modelId="{3120A606-845D-4278-90D6-2A8E35A8B497}">
      <dgm:prSet/>
      <dgm:spPr/>
      <dgm:t>
        <a:bodyPr/>
        <a:lstStyle/>
        <a:p>
          <a:r>
            <a:rPr lang="en-IN" b="1"/>
            <a:t>Coordination &amp; Collaboration</a:t>
          </a:r>
          <a:endParaRPr lang="en-US"/>
        </a:p>
      </dgm:t>
    </dgm:pt>
    <dgm:pt modelId="{CC754A83-1A79-4E3B-9EB3-67AED775A7DB}" type="parTrans" cxnId="{A36F4E6B-B6F8-42A1-8A16-471C5B9808B4}">
      <dgm:prSet/>
      <dgm:spPr/>
      <dgm:t>
        <a:bodyPr/>
        <a:lstStyle/>
        <a:p>
          <a:endParaRPr lang="en-US"/>
        </a:p>
      </dgm:t>
    </dgm:pt>
    <dgm:pt modelId="{5838A28E-1049-4599-AC77-68E20C4DCF5B}" type="sibTrans" cxnId="{A36F4E6B-B6F8-42A1-8A16-471C5B9808B4}">
      <dgm:prSet/>
      <dgm:spPr/>
      <dgm:t>
        <a:bodyPr/>
        <a:lstStyle/>
        <a:p>
          <a:endParaRPr lang="en-US"/>
        </a:p>
      </dgm:t>
    </dgm:pt>
    <dgm:pt modelId="{AFB0403B-2525-42D0-8454-F9AC59E08254}">
      <dgm:prSet/>
      <dgm:spPr/>
      <dgm:t>
        <a:bodyPr/>
        <a:lstStyle/>
        <a:p>
          <a:r>
            <a:rPr lang="en-IN"/>
            <a:t>Joint planning and shared tasks</a:t>
          </a:r>
          <a:endParaRPr lang="en-US"/>
        </a:p>
      </dgm:t>
    </dgm:pt>
    <dgm:pt modelId="{9383535C-AE97-4B5E-9A37-DAAA3A64A078}" type="parTrans" cxnId="{3F37190E-2E5F-4A50-97B5-7D98780FF562}">
      <dgm:prSet/>
      <dgm:spPr/>
      <dgm:t>
        <a:bodyPr/>
        <a:lstStyle/>
        <a:p>
          <a:endParaRPr lang="en-US"/>
        </a:p>
      </dgm:t>
    </dgm:pt>
    <dgm:pt modelId="{F6B29DD2-1120-439D-A098-2363D1713055}" type="sibTrans" cxnId="{3F37190E-2E5F-4A50-97B5-7D98780FF562}">
      <dgm:prSet/>
      <dgm:spPr/>
      <dgm:t>
        <a:bodyPr/>
        <a:lstStyle/>
        <a:p>
          <a:endParaRPr lang="en-US"/>
        </a:p>
      </dgm:t>
    </dgm:pt>
    <dgm:pt modelId="{F68984D1-4607-4E1F-AA10-4E4DB3BE1DE9}">
      <dgm:prSet/>
      <dgm:spPr/>
      <dgm:t>
        <a:bodyPr/>
        <a:lstStyle/>
        <a:p>
          <a:r>
            <a:rPr lang="en-IN"/>
            <a:t>Task allocation and role distribution</a:t>
          </a:r>
          <a:endParaRPr lang="en-US"/>
        </a:p>
      </dgm:t>
    </dgm:pt>
    <dgm:pt modelId="{40E4DBB4-1911-4EFC-A144-DA64ED584348}" type="parTrans" cxnId="{14B17100-8291-4725-96BE-82C1DCE34227}">
      <dgm:prSet/>
      <dgm:spPr/>
      <dgm:t>
        <a:bodyPr/>
        <a:lstStyle/>
        <a:p>
          <a:endParaRPr lang="en-US"/>
        </a:p>
      </dgm:t>
    </dgm:pt>
    <dgm:pt modelId="{78B7E53A-609B-480F-8B2E-8566601198FF}" type="sibTrans" cxnId="{14B17100-8291-4725-96BE-82C1DCE34227}">
      <dgm:prSet/>
      <dgm:spPr/>
      <dgm:t>
        <a:bodyPr/>
        <a:lstStyle/>
        <a:p>
          <a:endParaRPr lang="en-US"/>
        </a:p>
      </dgm:t>
    </dgm:pt>
    <dgm:pt modelId="{A43D6304-2316-4C7B-AE7D-E000FFB8F940}">
      <dgm:prSet/>
      <dgm:spPr/>
      <dgm:t>
        <a:bodyPr/>
        <a:lstStyle/>
        <a:p>
          <a:r>
            <a:rPr lang="en-IN"/>
            <a:t>Cooperative strategies (e.g., divide‑and‑conquer, voting, consensus)</a:t>
          </a:r>
          <a:endParaRPr lang="en-US"/>
        </a:p>
      </dgm:t>
    </dgm:pt>
    <dgm:pt modelId="{32B41B2F-CEAD-4585-B1D4-A7AED980E204}" type="parTrans" cxnId="{7F86AD8F-7D7E-41AD-BFB8-1CCB2D293D7C}">
      <dgm:prSet/>
      <dgm:spPr/>
      <dgm:t>
        <a:bodyPr/>
        <a:lstStyle/>
        <a:p>
          <a:endParaRPr lang="en-US"/>
        </a:p>
      </dgm:t>
    </dgm:pt>
    <dgm:pt modelId="{3111D52E-A9C3-4F69-A70F-4862F3CC2F97}" type="sibTrans" cxnId="{7F86AD8F-7D7E-41AD-BFB8-1CCB2D293D7C}">
      <dgm:prSet/>
      <dgm:spPr/>
      <dgm:t>
        <a:bodyPr/>
        <a:lstStyle/>
        <a:p>
          <a:endParaRPr lang="en-US"/>
        </a:p>
      </dgm:t>
    </dgm:pt>
    <dgm:pt modelId="{79FD71C2-1F51-4F4D-B0BD-D60A100DE996}">
      <dgm:prSet/>
      <dgm:spPr/>
      <dgm:t>
        <a:bodyPr/>
        <a:lstStyle/>
        <a:p>
          <a:r>
            <a:rPr lang="en-IN" b="1"/>
            <a:t>Advantages</a:t>
          </a:r>
          <a:endParaRPr lang="en-US"/>
        </a:p>
      </dgm:t>
    </dgm:pt>
    <dgm:pt modelId="{CCF077C3-D25D-4495-B41F-B993E7A5D646}" type="parTrans" cxnId="{8C455236-38DF-45A0-9593-3E991638DB4F}">
      <dgm:prSet/>
      <dgm:spPr/>
      <dgm:t>
        <a:bodyPr/>
        <a:lstStyle/>
        <a:p>
          <a:endParaRPr lang="en-US"/>
        </a:p>
      </dgm:t>
    </dgm:pt>
    <dgm:pt modelId="{B3B951EE-5402-4422-9531-D19F1DA94286}" type="sibTrans" cxnId="{8C455236-38DF-45A0-9593-3E991638DB4F}">
      <dgm:prSet/>
      <dgm:spPr/>
      <dgm:t>
        <a:bodyPr/>
        <a:lstStyle/>
        <a:p>
          <a:endParaRPr lang="en-US"/>
        </a:p>
      </dgm:t>
    </dgm:pt>
    <dgm:pt modelId="{2C5F70DF-FBE8-4489-8705-BE6D30F82DA6}">
      <dgm:prSet/>
      <dgm:spPr/>
      <dgm:t>
        <a:bodyPr/>
        <a:lstStyle/>
        <a:p>
          <a:r>
            <a:rPr lang="en-IN"/>
            <a:t>Scalability and parallel problem‑solving</a:t>
          </a:r>
          <a:endParaRPr lang="en-US"/>
        </a:p>
      </dgm:t>
    </dgm:pt>
    <dgm:pt modelId="{D19C9E5F-BB8E-4B9D-A720-7B81DCDF5903}" type="parTrans" cxnId="{9C131364-16C4-4D75-BC51-FF18C0486E75}">
      <dgm:prSet/>
      <dgm:spPr/>
      <dgm:t>
        <a:bodyPr/>
        <a:lstStyle/>
        <a:p>
          <a:endParaRPr lang="en-US"/>
        </a:p>
      </dgm:t>
    </dgm:pt>
    <dgm:pt modelId="{40628232-1A87-4751-9D42-41C0BEA50642}" type="sibTrans" cxnId="{9C131364-16C4-4D75-BC51-FF18C0486E75}">
      <dgm:prSet/>
      <dgm:spPr/>
      <dgm:t>
        <a:bodyPr/>
        <a:lstStyle/>
        <a:p>
          <a:endParaRPr lang="en-US"/>
        </a:p>
      </dgm:t>
    </dgm:pt>
    <dgm:pt modelId="{AB350BC6-9DA0-4910-9336-E73275AEC8E3}">
      <dgm:prSet/>
      <dgm:spPr/>
      <dgm:t>
        <a:bodyPr/>
        <a:lstStyle/>
        <a:p>
          <a:r>
            <a:rPr lang="en-IN"/>
            <a:t>High robustness—system keeps running even if one agent fails</a:t>
          </a:r>
          <a:endParaRPr lang="en-US"/>
        </a:p>
      </dgm:t>
    </dgm:pt>
    <dgm:pt modelId="{AFE938AE-BA9B-41F9-8058-C7D1E91CC213}" type="parTrans" cxnId="{8C00C9DA-D8A5-4EBA-99AC-A50E32FCBC60}">
      <dgm:prSet/>
      <dgm:spPr/>
      <dgm:t>
        <a:bodyPr/>
        <a:lstStyle/>
        <a:p>
          <a:endParaRPr lang="en-US"/>
        </a:p>
      </dgm:t>
    </dgm:pt>
    <dgm:pt modelId="{5C5DC412-EC2E-49FC-9889-8DB9E2838011}" type="sibTrans" cxnId="{8C00C9DA-D8A5-4EBA-99AC-A50E32FCBC60}">
      <dgm:prSet/>
      <dgm:spPr/>
      <dgm:t>
        <a:bodyPr/>
        <a:lstStyle/>
        <a:p>
          <a:endParaRPr lang="en-US"/>
        </a:p>
      </dgm:t>
    </dgm:pt>
    <dgm:pt modelId="{A63D76DF-0CD4-4528-BCDC-A0D09C5B3151}">
      <dgm:prSet/>
      <dgm:spPr/>
      <dgm:t>
        <a:bodyPr/>
        <a:lstStyle/>
        <a:p>
          <a:r>
            <a:rPr lang="en-IN"/>
            <a:t>Suitable for distributed, real‑time environments</a:t>
          </a:r>
          <a:endParaRPr lang="en-US"/>
        </a:p>
      </dgm:t>
    </dgm:pt>
    <dgm:pt modelId="{D9B2DFB6-423D-4869-9994-6F4236F0E4EB}" type="parTrans" cxnId="{88F93AE1-B314-47BB-AD94-9B3178E72E9E}">
      <dgm:prSet/>
      <dgm:spPr/>
      <dgm:t>
        <a:bodyPr/>
        <a:lstStyle/>
        <a:p>
          <a:endParaRPr lang="en-US"/>
        </a:p>
      </dgm:t>
    </dgm:pt>
    <dgm:pt modelId="{71F318C9-F3FA-4ECE-81E8-13B62159FF87}" type="sibTrans" cxnId="{88F93AE1-B314-47BB-AD94-9B3178E72E9E}">
      <dgm:prSet/>
      <dgm:spPr/>
      <dgm:t>
        <a:bodyPr/>
        <a:lstStyle/>
        <a:p>
          <a:endParaRPr lang="en-US"/>
        </a:p>
      </dgm:t>
    </dgm:pt>
    <dgm:pt modelId="{72B84259-C4FE-4A79-8C60-8162379317D3}">
      <dgm:prSet/>
      <dgm:spPr/>
      <dgm:t>
        <a:bodyPr/>
        <a:lstStyle/>
        <a:p>
          <a:r>
            <a:rPr lang="en-IN" b="1"/>
            <a:t>Challenges</a:t>
          </a:r>
          <a:endParaRPr lang="en-US"/>
        </a:p>
      </dgm:t>
    </dgm:pt>
    <dgm:pt modelId="{4EF9E742-7CDA-4D08-B9AA-A19CA2BF5CAA}" type="parTrans" cxnId="{7E3CE8BB-444C-4719-9267-C5A1038DE27A}">
      <dgm:prSet/>
      <dgm:spPr/>
      <dgm:t>
        <a:bodyPr/>
        <a:lstStyle/>
        <a:p>
          <a:endParaRPr lang="en-US"/>
        </a:p>
      </dgm:t>
    </dgm:pt>
    <dgm:pt modelId="{B7E62573-A5C4-457A-B81F-093AABAE3CB7}" type="sibTrans" cxnId="{7E3CE8BB-444C-4719-9267-C5A1038DE27A}">
      <dgm:prSet/>
      <dgm:spPr/>
      <dgm:t>
        <a:bodyPr/>
        <a:lstStyle/>
        <a:p>
          <a:endParaRPr lang="en-US"/>
        </a:p>
      </dgm:t>
    </dgm:pt>
    <dgm:pt modelId="{6FD36A71-A5AF-444C-A20F-B0F7F652BE1A}">
      <dgm:prSet/>
      <dgm:spPr/>
      <dgm:t>
        <a:bodyPr/>
        <a:lstStyle/>
        <a:p>
          <a:r>
            <a:rPr lang="en-IN"/>
            <a:t>Synchronization and communication overhead</a:t>
          </a:r>
          <a:endParaRPr lang="en-US"/>
        </a:p>
      </dgm:t>
    </dgm:pt>
    <dgm:pt modelId="{9389C86D-E9A3-4FC1-8CA6-F95D7C39D42E}" type="parTrans" cxnId="{24E3BB36-52C7-46A6-9501-611D2614C5F7}">
      <dgm:prSet/>
      <dgm:spPr/>
      <dgm:t>
        <a:bodyPr/>
        <a:lstStyle/>
        <a:p>
          <a:endParaRPr lang="en-US"/>
        </a:p>
      </dgm:t>
    </dgm:pt>
    <dgm:pt modelId="{C1BEA348-0F37-4E88-991B-7A0DE2D047E7}" type="sibTrans" cxnId="{24E3BB36-52C7-46A6-9501-611D2614C5F7}">
      <dgm:prSet/>
      <dgm:spPr/>
      <dgm:t>
        <a:bodyPr/>
        <a:lstStyle/>
        <a:p>
          <a:endParaRPr lang="en-US"/>
        </a:p>
      </dgm:t>
    </dgm:pt>
    <dgm:pt modelId="{088933A9-4001-42CB-B5E7-A17F7D60B709}">
      <dgm:prSet/>
      <dgm:spPr/>
      <dgm:t>
        <a:bodyPr/>
        <a:lstStyle/>
        <a:p>
          <a:r>
            <a:rPr lang="en-IN"/>
            <a:t>Conflict resolution between autonomous agents</a:t>
          </a:r>
          <a:endParaRPr lang="en-US"/>
        </a:p>
      </dgm:t>
    </dgm:pt>
    <dgm:pt modelId="{B3B2C373-E527-4129-991C-9CEF2E14D9F9}" type="parTrans" cxnId="{03E810E2-7A17-4485-AF2B-769409722C34}">
      <dgm:prSet/>
      <dgm:spPr/>
      <dgm:t>
        <a:bodyPr/>
        <a:lstStyle/>
        <a:p>
          <a:endParaRPr lang="en-US"/>
        </a:p>
      </dgm:t>
    </dgm:pt>
    <dgm:pt modelId="{5930D91E-5025-4DA6-AC87-6713FFEEAC1A}" type="sibTrans" cxnId="{03E810E2-7A17-4485-AF2B-769409722C34}">
      <dgm:prSet/>
      <dgm:spPr/>
      <dgm:t>
        <a:bodyPr/>
        <a:lstStyle/>
        <a:p>
          <a:endParaRPr lang="en-US"/>
        </a:p>
      </dgm:t>
    </dgm:pt>
    <dgm:pt modelId="{6295EF5A-EC01-45CF-800A-7B97892DB889}">
      <dgm:prSet/>
      <dgm:spPr/>
      <dgm:t>
        <a:bodyPr/>
        <a:lstStyle/>
        <a:p>
          <a:r>
            <a:rPr lang="en-IN"/>
            <a:t>Ensuring system‑wide coherence (global optimality)</a:t>
          </a:r>
          <a:endParaRPr lang="en-US"/>
        </a:p>
      </dgm:t>
    </dgm:pt>
    <dgm:pt modelId="{38EC8B93-8493-4B8D-BAFF-5ABDFBEC439C}" type="parTrans" cxnId="{5F08FCDA-8D4A-469A-8D74-F3BE9A916DA3}">
      <dgm:prSet/>
      <dgm:spPr/>
      <dgm:t>
        <a:bodyPr/>
        <a:lstStyle/>
        <a:p>
          <a:endParaRPr lang="en-US"/>
        </a:p>
      </dgm:t>
    </dgm:pt>
    <dgm:pt modelId="{ADEB1626-71AF-4E23-BCA5-CA55F5752246}" type="sibTrans" cxnId="{5F08FCDA-8D4A-469A-8D74-F3BE9A916DA3}">
      <dgm:prSet/>
      <dgm:spPr/>
      <dgm:t>
        <a:bodyPr/>
        <a:lstStyle/>
        <a:p>
          <a:endParaRPr lang="en-US"/>
        </a:p>
      </dgm:t>
    </dgm:pt>
    <dgm:pt modelId="{79177B02-D156-49C6-B97B-10502E9B1249}">
      <dgm:prSet/>
      <dgm:spPr/>
      <dgm:t>
        <a:bodyPr/>
        <a:lstStyle/>
        <a:p>
          <a:r>
            <a:rPr lang="en-IN" b="1"/>
            <a:t>Autonomy</a:t>
          </a:r>
          <a:r>
            <a:rPr lang="en-IN"/>
            <a:t> – each agent operates independently</a:t>
          </a:r>
          <a:endParaRPr lang="en-US"/>
        </a:p>
      </dgm:t>
    </dgm:pt>
    <dgm:pt modelId="{F8DC7D6E-0656-4BE0-8BCD-F92DBD2A4C42}" type="parTrans" cxnId="{EE5F7B5A-709C-481B-B623-DC99C6B3C857}">
      <dgm:prSet/>
      <dgm:spPr/>
      <dgm:t>
        <a:bodyPr/>
        <a:lstStyle/>
        <a:p>
          <a:endParaRPr lang="en-US"/>
        </a:p>
      </dgm:t>
    </dgm:pt>
    <dgm:pt modelId="{D334BFB3-63E6-45D2-BC82-2523823F4B30}" type="sibTrans" cxnId="{EE5F7B5A-709C-481B-B623-DC99C6B3C857}">
      <dgm:prSet/>
      <dgm:spPr/>
      <dgm:t>
        <a:bodyPr/>
        <a:lstStyle/>
        <a:p>
          <a:endParaRPr lang="en-US"/>
        </a:p>
      </dgm:t>
    </dgm:pt>
    <dgm:pt modelId="{98C4A1AE-FB68-4B18-A054-C4DA6ACEC50E}">
      <dgm:prSet/>
      <dgm:spPr/>
      <dgm:t>
        <a:bodyPr/>
        <a:lstStyle/>
        <a:p>
          <a:r>
            <a:rPr lang="en-IN" b="1"/>
            <a:t>Distributed intelligence</a:t>
          </a:r>
          <a:r>
            <a:rPr lang="en-IN"/>
            <a:t> – no single point of control</a:t>
          </a:r>
          <a:endParaRPr lang="en-US"/>
        </a:p>
      </dgm:t>
    </dgm:pt>
    <dgm:pt modelId="{28053F48-BC65-4F5D-9746-9AA35DCCF693}" type="parTrans" cxnId="{FBC335FE-C90F-4850-99EB-4A6D6727331C}">
      <dgm:prSet/>
      <dgm:spPr/>
      <dgm:t>
        <a:bodyPr/>
        <a:lstStyle/>
        <a:p>
          <a:endParaRPr lang="en-US"/>
        </a:p>
      </dgm:t>
    </dgm:pt>
    <dgm:pt modelId="{F96C73BA-AE39-4DEE-A115-F4B9A4BA7E85}" type="sibTrans" cxnId="{FBC335FE-C90F-4850-99EB-4A6D6727331C}">
      <dgm:prSet/>
      <dgm:spPr/>
      <dgm:t>
        <a:bodyPr/>
        <a:lstStyle/>
        <a:p>
          <a:endParaRPr lang="en-US"/>
        </a:p>
      </dgm:t>
    </dgm:pt>
    <dgm:pt modelId="{25CE81C4-DA0F-40C3-86F4-E83EB630F6E2}">
      <dgm:prSet/>
      <dgm:spPr/>
      <dgm:t>
        <a:bodyPr/>
        <a:lstStyle/>
        <a:p>
          <a:r>
            <a:rPr lang="en-IN" b="1"/>
            <a:t>Heterogeneity</a:t>
          </a:r>
          <a:r>
            <a:rPr lang="en-IN"/>
            <a:t> – agents may have different skills or roles</a:t>
          </a:r>
          <a:endParaRPr lang="en-US"/>
        </a:p>
      </dgm:t>
    </dgm:pt>
    <dgm:pt modelId="{B4BD8775-C661-47A8-8168-59C077246C96}" type="parTrans" cxnId="{1AD45AD4-BAC7-44E2-B316-92AE4556E08C}">
      <dgm:prSet/>
      <dgm:spPr/>
      <dgm:t>
        <a:bodyPr/>
        <a:lstStyle/>
        <a:p>
          <a:endParaRPr lang="en-US"/>
        </a:p>
      </dgm:t>
    </dgm:pt>
    <dgm:pt modelId="{FE8C0857-0772-4713-A5AD-878E9F688AD2}" type="sibTrans" cxnId="{1AD45AD4-BAC7-44E2-B316-92AE4556E08C}">
      <dgm:prSet/>
      <dgm:spPr/>
      <dgm:t>
        <a:bodyPr/>
        <a:lstStyle/>
        <a:p>
          <a:endParaRPr lang="en-US"/>
        </a:p>
      </dgm:t>
    </dgm:pt>
    <dgm:pt modelId="{E2C479F3-EE1E-417F-82B0-8CCCAC3B3ADE}">
      <dgm:prSet/>
      <dgm:spPr/>
      <dgm:t>
        <a:bodyPr/>
        <a:lstStyle/>
        <a:p>
          <a:r>
            <a:rPr lang="en-IN" b="1"/>
            <a:t>Local decision-making</a:t>
          </a:r>
          <a:r>
            <a:rPr lang="en-IN"/>
            <a:t> – each agent acts based on its own perception and objectives</a:t>
          </a:r>
          <a:endParaRPr lang="en-US"/>
        </a:p>
      </dgm:t>
    </dgm:pt>
    <dgm:pt modelId="{B6A0CF01-5466-45DB-9FE2-3B647A9727D6}" type="parTrans" cxnId="{72A50AFB-265F-4DC5-98BC-38391A9CCC1F}">
      <dgm:prSet/>
      <dgm:spPr/>
      <dgm:t>
        <a:bodyPr/>
        <a:lstStyle/>
        <a:p>
          <a:endParaRPr lang="en-US"/>
        </a:p>
      </dgm:t>
    </dgm:pt>
    <dgm:pt modelId="{09DE171E-17EB-4B98-9E8A-A9AD35FDBB40}" type="sibTrans" cxnId="{72A50AFB-265F-4DC5-98BC-38391A9CCC1F}">
      <dgm:prSet/>
      <dgm:spPr/>
      <dgm:t>
        <a:bodyPr/>
        <a:lstStyle/>
        <a:p>
          <a:endParaRPr lang="en-US"/>
        </a:p>
      </dgm:t>
    </dgm:pt>
    <dgm:pt modelId="{0C736319-03A1-406C-AE9B-7B28354540EA}" type="pres">
      <dgm:prSet presAssocID="{B22D0491-D1F8-420A-AD0A-E57AA4AC126C}" presName="Name0" presStyleCnt="0">
        <dgm:presLayoutVars>
          <dgm:dir/>
          <dgm:resizeHandles val="exact"/>
        </dgm:presLayoutVars>
      </dgm:prSet>
      <dgm:spPr/>
    </dgm:pt>
    <dgm:pt modelId="{04B159F9-CEA1-4F9D-8ADB-FE2287158C0C}" type="pres">
      <dgm:prSet presAssocID="{F7F87511-3FCF-4517-AF4C-06C5098BF3FF}" presName="node" presStyleLbl="node1" presStyleIdx="0" presStyleCnt="11">
        <dgm:presLayoutVars>
          <dgm:bulletEnabled val="1"/>
        </dgm:presLayoutVars>
      </dgm:prSet>
      <dgm:spPr/>
    </dgm:pt>
    <dgm:pt modelId="{3423EBA2-23CA-4D69-99DB-FCC0ACF24A8F}" type="pres">
      <dgm:prSet presAssocID="{1CDFAFA1-7B42-4A96-8DC1-79AAA6C13D35}" presName="sibTransSpacerBeforeConnector" presStyleCnt="0"/>
      <dgm:spPr/>
    </dgm:pt>
    <dgm:pt modelId="{320EACA5-C83A-4E6A-9C62-7B571141D8AD}" type="pres">
      <dgm:prSet presAssocID="{1CDFAFA1-7B42-4A96-8DC1-79AAA6C13D35}" presName="sibTrans" presStyleLbl="node1" presStyleIdx="1" presStyleCnt="11"/>
      <dgm:spPr/>
    </dgm:pt>
    <dgm:pt modelId="{C15670A2-ED1F-41A8-9B57-97E840A85146}" type="pres">
      <dgm:prSet presAssocID="{1CDFAFA1-7B42-4A96-8DC1-79AAA6C13D35}" presName="sibTransSpacerAfterConnector" presStyleCnt="0"/>
      <dgm:spPr/>
    </dgm:pt>
    <dgm:pt modelId="{5CBC3DB2-973C-4147-86F4-E295BD67BEF6}" type="pres">
      <dgm:prSet presAssocID="{AB12829F-14F4-4BFF-BECA-D476FB737C5C}" presName="node" presStyleLbl="node1" presStyleIdx="2" presStyleCnt="11">
        <dgm:presLayoutVars>
          <dgm:bulletEnabled val="1"/>
        </dgm:presLayoutVars>
      </dgm:prSet>
      <dgm:spPr/>
    </dgm:pt>
    <dgm:pt modelId="{6F69E0D0-D95B-498E-BA7C-12AD2B856FB4}" type="pres">
      <dgm:prSet presAssocID="{4F415FA1-006B-4B88-83DE-DBE402B572A4}" presName="sibTransSpacerBeforeConnector" presStyleCnt="0"/>
      <dgm:spPr/>
    </dgm:pt>
    <dgm:pt modelId="{AF8BD82E-8391-4D13-8C0E-3CE86EFC8D51}" type="pres">
      <dgm:prSet presAssocID="{4F415FA1-006B-4B88-83DE-DBE402B572A4}" presName="sibTrans" presStyleLbl="node1" presStyleIdx="3" presStyleCnt="11"/>
      <dgm:spPr/>
    </dgm:pt>
    <dgm:pt modelId="{1BC0CB9E-83F0-4AC1-B42E-1E0A8D293E74}" type="pres">
      <dgm:prSet presAssocID="{4F415FA1-006B-4B88-83DE-DBE402B572A4}" presName="sibTransSpacerAfterConnector" presStyleCnt="0"/>
      <dgm:spPr/>
    </dgm:pt>
    <dgm:pt modelId="{1AF61342-268A-4698-98F6-21D118E17A22}" type="pres">
      <dgm:prSet presAssocID="{6E1043D9-45A2-4AC7-AD79-5CDA926EF47B}" presName="node" presStyleLbl="node1" presStyleIdx="4" presStyleCnt="11">
        <dgm:presLayoutVars>
          <dgm:bulletEnabled val="1"/>
        </dgm:presLayoutVars>
      </dgm:prSet>
      <dgm:spPr/>
    </dgm:pt>
    <dgm:pt modelId="{357F3927-F9D3-48B9-9898-F266E8A7025D}" type="pres">
      <dgm:prSet presAssocID="{53D6078D-FEB2-4B25-B796-2622A8B1C7B4}" presName="sibTransSpacerBeforeConnector" presStyleCnt="0"/>
      <dgm:spPr/>
    </dgm:pt>
    <dgm:pt modelId="{BA8DB7B4-D791-4AB2-BD42-B58937CAFF0A}" type="pres">
      <dgm:prSet presAssocID="{53D6078D-FEB2-4B25-B796-2622A8B1C7B4}" presName="sibTrans" presStyleLbl="node1" presStyleIdx="5" presStyleCnt="11"/>
      <dgm:spPr/>
    </dgm:pt>
    <dgm:pt modelId="{B302E023-3040-473F-B4DE-35489485971D}" type="pres">
      <dgm:prSet presAssocID="{53D6078D-FEB2-4B25-B796-2622A8B1C7B4}" presName="sibTransSpacerAfterConnector" presStyleCnt="0"/>
      <dgm:spPr/>
    </dgm:pt>
    <dgm:pt modelId="{2FC334D9-22B6-4DEB-A9B4-004BA66549EB}" type="pres">
      <dgm:prSet presAssocID="{3120A606-845D-4278-90D6-2A8E35A8B497}" presName="node" presStyleLbl="node1" presStyleIdx="6" presStyleCnt="11">
        <dgm:presLayoutVars>
          <dgm:bulletEnabled val="1"/>
        </dgm:presLayoutVars>
      </dgm:prSet>
      <dgm:spPr/>
    </dgm:pt>
    <dgm:pt modelId="{734F380F-E2EE-4F4A-8002-8E9943595FE4}" type="pres">
      <dgm:prSet presAssocID="{5838A28E-1049-4599-AC77-68E20C4DCF5B}" presName="sibTransSpacerBeforeConnector" presStyleCnt="0"/>
      <dgm:spPr/>
    </dgm:pt>
    <dgm:pt modelId="{E8A52DCC-4295-4604-8DDD-A8544230D919}" type="pres">
      <dgm:prSet presAssocID="{5838A28E-1049-4599-AC77-68E20C4DCF5B}" presName="sibTrans" presStyleLbl="node1" presStyleIdx="7" presStyleCnt="11"/>
      <dgm:spPr/>
    </dgm:pt>
    <dgm:pt modelId="{FBBCD890-627B-4385-973C-33B495860D6B}" type="pres">
      <dgm:prSet presAssocID="{5838A28E-1049-4599-AC77-68E20C4DCF5B}" presName="sibTransSpacerAfterConnector" presStyleCnt="0"/>
      <dgm:spPr/>
    </dgm:pt>
    <dgm:pt modelId="{FAFA3A06-6572-4EE3-BB62-52137E9CC501}" type="pres">
      <dgm:prSet presAssocID="{79FD71C2-1F51-4F4D-B0BD-D60A100DE996}" presName="node" presStyleLbl="node1" presStyleIdx="8" presStyleCnt="11">
        <dgm:presLayoutVars>
          <dgm:bulletEnabled val="1"/>
        </dgm:presLayoutVars>
      </dgm:prSet>
      <dgm:spPr/>
    </dgm:pt>
    <dgm:pt modelId="{541E6D56-9C2A-4E00-82BA-2FB96154F46A}" type="pres">
      <dgm:prSet presAssocID="{B3B951EE-5402-4422-9531-D19F1DA94286}" presName="sibTransSpacerBeforeConnector" presStyleCnt="0"/>
      <dgm:spPr/>
    </dgm:pt>
    <dgm:pt modelId="{8F82031D-7C38-4634-897F-9DE6606CD816}" type="pres">
      <dgm:prSet presAssocID="{B3B951EE-5402-4422-9531-D19F1DA94286}" presName="sibTrans" presStyleLbl="node1" presStyleIdx="9" presStyleCnt="11"/>
      <dgm:spPr/>
    </dgm:pt>
    <dgm:pt modelId="{0896112F-E7C5-4235-9882-DEB2BBFB740D}" type="pres">
      <dgm:prSet presAssocID="{B3B951EE-5402-4422-9531-D19F1DA94286}" presName="sibTransSpacerAfterConnector" presStyleCnt="0"/>
      <dgm:spPr/>
    </dgm:pt>
    <dgm:pt modelId="{03BEBBFD-BE66-4DE0-9C8B-25ADD3F0CF08}" type="pres">
      <dgm:prSet presAssocID="{72B84259-C4FE-4A79-8C60-8162379317D3}" presName="node" presStyleLbl="node1" presStyleIdx="10" presStyleCnt="11">
        <dgm:presLayoutVars>
          <dgm:bulletEnabled val="1"/>
        </dgm:presLayoutVars>
      </dgm:prSet>
      <dgm:spPr/>
    </dgm:pt>
  </dgm:ptLst>
  <dgm:cxnLst>
    <dgm:cxn modelId="{14B17100-8291-4725-96BE-82C1DCE34227}" srcId="{3120A606-845D-4278-90D6-2A8E35A8B497}" destId="{F68984D1-4607-4E1F-AA10-4E4DB3BE1DE9}" srcOrd="1" destOrd="0" parTransId="{40E4DBB4-1911-4EFC-A144-DA64ED584348}" sibTransId="{78B7E53A-609B-480F-8B2E-8566601198FF}"/>
    <dgm:cxn modelId="{52237D00-3BA7-46C6-BFD8-B989077ABAA8}" srcId="{6E1043D9-45A2-4AC7-AD79-5CDA926EF47B}" destId="{9EEE0D94-EE92-4CD1-9250-F4BFE46B1DAF}" srcOrd="1" destOrd="0" parTransId="{74106E5A-8801-4152-9DBF-E245455172E1}" sibTransId="{97C58D1B-36D1-460C-B2C2-467482D989BC}"/>
    <dgm:cxn modelId="{015C8E00-FB99-45C5-AAFF-45CE4A82CFF1}" type="presOf" srcId="{79FD71C2-1F51-4F4D-B0BD-D60A100DE996}" destId="{FAFA3A06-6572-4EE3-BB62-52137E9CC501}" srcOrd="0" destOrd="0" presId="urn:microsoft.com/office/officeart/2016/7/layout/BasicProcessNew"/>
    <dgm:cxn modelId="{C5BD1003-9C66-446A-90C8-57F7FB378653}" type="presOf" srcId="{98C4A1AE-FB68-4B18-A054-C4DA6ACEC50E}" destId="{5CBC3DB2-973C-4147-86F4-E295BD67BEF6}" srcOrd="0" destOrd="2" presId="urn:microsoft.com/office/officeart/2016/7/layout/BasicProcessNew"/>
    <dgm:cxn modelId="{64C5C103-D6F4-43C7-9226-6A592D931409}" type="presOf" srcId="{4F415FA1-006B-4B88-83DE-DBE402B572A4}" destId="{AF8BD82E-8391-4D13-8C0E-3CE86EFC8D51}" srcOrd="0" destOrd="0" presId="urn:microsoft.com/office/officeart/2016/7/layout/BasicProcessNew"/>
    <dgm:cxn modelId="{3F37190E-2E5F-4A50-97B5-7D98780FF562}" srcId="{3120A606-845D-4278-90D6-2A8E35A8B497}" destId="{AFB0403B-2525-42D0-8454-F9AC59E08254}" srcOrd="0" destOrd="0" parTransId="{9383535C-AE97-4B5E-9A37-DAAA3A64A078}" sibTransId="{F6B29DD2-1120-439D-A098-2363D1713055}"/>
    <dgm:cxn modelId="{2724C423-14A4-4ACA-B2CA-CF80682F60E2}" srcId="{B22D0491-D1F8-420A-AD0A-E57AA4AC126C}" destId="{6E1043D9-45A2-4AC7-AD79-5CDA926EF47B}" srcOrd="2" destOrd="0" parTransId="{788E9368-9896-4967-B410-6989681C2531}" sibTransId="{53D6078D-FEB2-4B25-B796-2622A8B1C7B4}"/>
    <dgm:cxn modelId="{93DCD433-1CE8-4932-8D98-E377EA569058}" type="presOf" srcId="{F7F87511-3FCF-4517-AF4C-06C5098BF3FF}" destId="{04B159F9-CEA1-4F9D-8ADB-FE2287158C0C}" srcOrd="0" destOrd="0" presId="urn:microsoft.com/office/officeart/2016/7/layout/BasicProcessNew"/>
    <dgm:cxn modelId="{8C455236-38DF-45A0-9593-3E991638DB4F}" srcId="{B22D0491-D1F8-420A-AD0A-E57AA4AC126C}" destId="{79FD71C2-1F51-4F4D-B0BD-D60A100DE996}" srcOrd="4" destOrd="0" parTransId="{CCF077C3-D25D-4495-B41F-B993E7A5D646}" sibTransId="{B3B951EE-5402-4422-9531-D19F1DA94286}"/>
    <dgm:cxn modelId="{24E3BB36-52C7-46A6-9501-611D2614C5F7}" srcId="{72B84259-C4FE-4A79-8C60-8162379317D3}" destId="{6FD36A71-A5AF-444C-A20F-B0F7F652BE1A}" srcOrd="0" destOrd="0" parTransId="{9389C86D-E9A3-4FC1-8CA6-F95D7C39D42E}" sibTransId="{C1BEA348-0F37-4E88-991B-7A0DE2D047E7}"/>
    <dgm:cxn modelId="{6659F338-BA81-4342-BDEF-E362029E5B2E}" type="presOf" srcId="{3120A606-845D-4278-90D6-2A8E35A8B497}" destId="{2FC334D9-22B6-4DEB-A9B4-004BA66549EB}" srcOrd="0" destOrd="0" presId="urn:microsoft.com/office/officeart/2016/7/layout/BasicProcessNew"/>
    <dgm:cxn modelId="{B06F1939-F45D-45CB-B722-697DBCDB7DA7}" type="presOf" srcId="{5F4302C5-384B-4F8A-81A0-8E1E41C55E90}" destId="{1AF61342-268A-4698-98F6-21D118E17A22}" srcOrd="0" destOrd="3" presId="urn:microsoft.com/office/officeart/2016/7/layout/BasicProcessNew"/>
    <dgm:cxn modelId="{A5CEA93B-2E5C-4DED-9B59-9671D7633B24}" srcId="{B22D0491-D1F8-420A-AD0A-E57AA4AC126C}" destId="{F7F87511-3FCF-4517-AF4C-06C5098BF3FF}" srcOrd="0" destOrd="0" parTransId="{F11469F5-9E9C-4F5E-B902-4732FB222309}" sibTransId="{1CDFAFA1-7B42-4A96-8DC1-79AAA6C13D35}"/>
    <dgm:cxn modelId="{96629662-2AC3-4B38-8A44-98B061830475}" type="presOf" srcId="{53D6078D-FEB2-4B25-B796-2622A8B1C7B4}" destId="{BA8DB7B4-D791-4AB2-BD42-B58937CAFF0A}" srcOrd="0" destOrd="0" presId="urn:microsoft.com/office/officeart/2016/7/layout/BasicProcessNew"/>
    <dgm:cxn modelId="{9C131364-16C4-4D75-BC51-FF18C0486E75}" srcId="{79FD71C2-1F51-4F4D-B0BD-D60A100DE996}" destId="{2C5F70DF-FBE8-4489-8705-BE6D30F82DA6}" srcOrd="0" destOrd="0" parTransId="{D19C9E5F-BB8E-4B9D-A720-7B81DCDF5903}" sibTransId="{40628232-1A87-4751-9D42-41C0BEA50642}"/>
    <dgm:cxn modelId="{0187B449-7154-42DD-9DBE-31073CDE0A16}" type="presOf" srcId="{9EEE0D94-EE92-4CD1-9250-F4BFE46B1DAF}" destId="{1AF61342-268A-4698-98F6-21D118E17A22}" srcOrd="0" destOrd="2" presId="urn:microsoft.com/office/officeart/2016/7/layout/BasicProcessNew"/>
    <dgm:cxn modelId="{BB9A3A6A-0613-4A74-8B1F-A1EA4C9CFDC4}" type="presOf" srcId="{2C5F70DF-FBE8-4489-8705-BE6D30F82DA6}" destId="{FAFA3A06-6572-4EE3-BB62-52137E9CC501}" srcOrd="0" destOrd="1" presId="urn:microsoft.com/office/officeart/2016/7/layout/BasicProcessNew"/>
    <dgm:cxn modelId="{A36F4E6B-B6F8-42A1-8A16-471C5B9808B4}" srcId="{B22D0491-D1F8-420A-AD0A-E57AA4AC126C}" destId="{3120A606-845D-4278-90D6-2A8E35A8B497}" srcOrd="3" destOrd="0" parTransId="{CC754A83-1A79-4E3B-9EB3-67AED775A7DB}" sibTransId="{5838A28E-1049-4599-AC77-68E20C4DCF5B}"/>
    <dgm:cxn modelId="{DDC65373-CDB5-44C2-8EEC-4843C205AB27}" type="presOf" srcId="{B3B951EE-5402-4422-9531-D19F1DA94286}" destId="{8F82031D-7C38-4634-897F-9DE6606CD816}" srcOrd="0" destOrd="0" presId="urn:microsoft.com/office/officeart/2016/7/layout/BasicProcessNew"/>
    <dgm:cxn modelId="{8A9B9873-1900-4A6D-A115-DA47E85E4C79}" srcId="{6E1043D9-45A2-4AC7-AD79-5CDA926EF47B}" destId="{5F4302C5-384B-4F8A-81A0-8E1E41C55E90}" srcOrd="2" destOrd="0" parTransId="{9E38993C-34BE-45BE-BC03-2572DB7531BE}" sibTransId="{81BE1077-B017-44F1-A1D7-8207AC58B56F}"/>
    <dgm:cxn modelId="{565FE477-2BD9-4E67-9D62-636612405B8C}" type="presOf" srcId="{A63D76DF-0CD4-4528-BCDC-A0D09C5B3151}" destId="{FAFA3A06-6572-4EE3-BB62-52137E9CC501}" srcOrd="0" destOrd="3" presId="urn:microsoft.com/office/officeart/2016/7/layout/BasicProcessNew"/>
    <dgm:cxn modelId="{EE5F7B5A-709C-481B-B623-DC99C6B3C857}" srcId="{AB12829F-14F4-4BFF-BECA-D476FB737C5C}" destId="{79177B02-D156-49C6-B97B-10502E9B1249}" srcOrd="0" destOrd="0" parTransId="{F8DC7D6E-0656-4BE0-8BCD-F92DBD2A4C42}" sibTransId="{D334BFB3-63E6-45D2-BC82-2523823F4B30}"/>
    <dgm:cxn modelId="{1EF17B7A-1280-4DA4-809F-3CFC9112EB9C}" type="presOf" srcId="{8170BACB-08C4-46A1-815F-63AE88D04D96}" destId="{1AF61342-268A-4698-98F6-21D118E17A22}" srcOrd="0" destOrd="1" presId="urn:microsoft.com/office/officeart/2016/7/layout/BasicProcessNew"/>
    <dgm:cxn modelId="{7F86AD8F-7D7E-41AD-BFB8-1CCB2D293D7C}" srcId="{3120A606-845D-4278-90D6-2A8E35A8B497}" destId="{A43D6304-2316-4C7B-AE7D-E000FFB8F940}" srcOrd="2" destOrd="0" parTransId="{32B41B2F-CEAD-4585-B1D4-A7AED980E204}" sibTransId="{3111D52E-A9C3-4F69-A70F-4862F3CC2F97}"/>
    <dgm:cxn modelId="{8E1D8192-4E19-4DE8-877F-DBCE1262DC8A}" type="presOf" srcId="{088933A9-4001-42CB-B5E7-A17F7D60B709}" destId="{03BEBBFD-BE66-4DE0-9C8B-25ADD3F0CF08}" srcOrd="0" destOrd="2" presId="urn:microsoft.com/office/officeart/2016/7/layout/BasicProcessNew"/>
    <dgm:cxn modelId="{2971E192-D05A-4709-869F-CD3490CDFE9B}" type="presOf" srcId="{1CDFAFA1-7B42-4A96-8DC1-79AAA6C13D35}" destId="{320EACA5-C83A-4E6A-9C62-7B571141D8AD}" srcOrd="0" destOrd="0" presId="urn:microsoft.com/office/officeart/2016/7/layout/BasicProcessNew"/>
    <dgm:cxn modelId="{B9FF0693-F0B0-45EF-B257-3BFF7EFB7E7D}" type="presOf" srcId="{B22D0491-D1F8-420A-AD0A-E57AA4AC126C}" destId="{0C736319-03A1-406C-AE9B-7B28354540EA}" srcOrd="0" destOrd="0" presId="urn:microsoft.com/office/officeart/2016/7/layout/BasicProcessNew"/>
    <dgm:cxn modelId="{67F7F2A1-26D4-452A-A9AC-7A639BD9E7AE}" type="presOf" srcId="{5838A28E-1049-4599-AC77-68E20C4DCF5B}" destId="{E8A52DCC-4295-4604-8DDD-A8544230D919}" srcOrd="0" destOrd="0" presId="urn:microsoft.com/office/officeart/2016/7/layout/BasicProcessNew"/>
    <dgm:cxn modelId="{F0A85FA2-5AF1-46D5-B9F4-68F9B7852935}" type="presOf" srcId="{72B84259-C4FE-4A79-8C60-8162379317D3}" destId="{03BEBBFD-BE66-4DE0-9C8B-25ADD3F0CF08}" srcOrd="0" destOrd="0" presId="urn:microsoft.com/office/officeart/2016/7/layout/BasicProcessNew"/>
    <dgm:cxn modelId="{CFBC26A4-C0D3-489B-A692-A2D0C77CF137}" type="presOf" srcId="{6295EF5A-EC01-45CF-800A-7B97892DB889}" destId="{03BEBBFD-BE66-4DE0-9C8B-25ADD3F0CF08}" srcOrd="0" destOrd="3" presId="urn:microsoft.com/office/officeart/2016/7/layout/BasicProcessNew"/>
    <dgm:cxn modelId="{82DAB8AA-1FAA-43E8-82F0-87FB49C0A4F7}" type="presOf" srcId="{AB12829F-14F4-4BFF-BECA-D476FB737C5C}" destId="{5CBC3DB2-973C-4147-86F4-E295BD67BEF6}" srcOrd="0" destOrd="0" presId="urn:microsoft.com/office/officeart/2016/7/layout/BasicProcessNew"/>
    <dgm:cxn modelId="{5EF455B1-1B0E-4DB2-8C58-35D89A73A6E3}" type="presOf" srcId="{AFB0403B-2525-42D0-8454-F9AC59E08254}" destId="{2FC334D9-22B6-4DEB-A9B4-004BA66549EB}" srcOrd="0" destOrd="1" presId="urn:microsoft.com/office/officeart/2016/7/layout/BasicProcessNew"/>
    <dgm:cxn modelId="{97DA7CB9-FCA7-4865-9674-1FD3DA4373B5}" type="presOf" srcId="{A43D6304-2316-4C7B-AE7D-E000FFB8F940}" destId="{2FC334D9-22B6-4DEB-A9B4-004BA66549EB}" srcOrd="0" destOrd="3" presId="urn:microsoft.com/office/officeart/2016/7/layout/BasicProcessNew"/>
    <dgm:cxn modelId="{7E3CE8BB-444C-4719-9267-C5A1038DE27A}" srcId="{B22D0491-D1F8-420A-AD0A-E57AA4AC126C}" destId="{72B84259-C4FE-4A79-8C60-8162379317D3}" srcOrd="5" destOrd="0" parTransId="{4EF9E742-7CDA-4D08-B9AA-A19CA2BF5CAA}" sibTransId="{B7E62573-A5C4-457A-B81F-093AABAE3CB7}"/>
    <dgm:cxn modelId="{0A5D71C6-2AAE-42A1-B66C-2284F581444C}" type="presOf" srcId="{6FD36A71-A5AF-444C-A20F-B0F7F652BE1A}" destId="{03BEBBFD-BE66-4DE0-9C8B-25ADD3F0CF08}" srcOrd="0" destOrd="1" presId="urn:microsoft.com/office/officeart/2016/7/layout/BasicProcessNew"/>
    <dgm:cxn modelId="{1AD45AD4-BAC7-44E2-B316-92AE4556E08C}" srcId="{AB12829F-14F4-4BFF-BECA-D476FB737C5C}" destId="{25CE81C4-DA0F-40C3-86F4-E83EB630F6E2}" srcOrd="2" destOrd="0" parTransId="{B4BD8775-C661-47A8-8168-59C077246C96}" sibTransId="{FE8C0857-0772-4713-A5AD-878E9F688AD2}"/>
    <dgm:cxn modelId="{B630F8D5-7182-4B12-92A7-2522BC40923C}" type="presOf" srcId="{AB350BC6-9DA0-4910-9336-E73275AEC8E3}" destId="{FAFA3A06-6572-4EE3-BB62-52137E9CC501}" srcOrd="0" destOrd="2" presId="urn:microsoft.com/office/officeart/2016/7/layout/BasicProcessNew"/>
    <dgm:cxn modelId="{8C00C9DA-D8A5-4EBA-99AC-A50E32FCBC60}" srcId="{79FD71C2-1F51-4F4D-B0BD-D60A100DE996}" destId="{AB350BC6-9DA0-4910-9336-E73275AEC8E3}" srcOrd="1" destOrd="0" parTransId="{AFE938AE-BA9B-41F9-8058-C7D1E91CC213}" sibTransId="{5C5DC412-EC2E-49FC-9889-8DB9E2838011}"/>
    <dgm:cxn modelId="{5F08FCDA-8D4A-469A-8D74-F3BE9A916DA3}" srcId="{72B84259-C4FE-4A79-8C60-8162379317D3}" destId="{6295EF5A-EC01-45CF-800A-7B97892DB889}" srcOrd="2" destOrd="0" parTransId="{38EC8B93-8493-4B8D-BAFF-5ABDFBEC439C}" sibTransId="{ADEB1626-71AF-4E23-BCA5-CA55F5752246}"/>
    <dgm:cxn modelId="{7161F4DD-66EB-48E6-960A-4343865EAC03}" srcId="{B22D0491-D1F8-420A-AD0A-E57AA4AC126C}" destId="{AB12829F-14F4-4BFF-BECA-D476FB737C5C}" srcOrd="1" destOrd="0" parTransId="{C8B3D0E9-C323-4769-A29E-7652BA5E01DE}" sibTransId="{4F415FA1-006B-4B88-83DE-DBE402B572A4}"/>
    <dgm:cxn modelId="{AD64B2DE-C4B3-484D-8DCC-D5FA4E6FBE61}" type="presOf" srcId="{25CE81C4-DA0F-40C3-86F4-E83EB630F6E2}" destId="{5CBC3DB2-973C-4147-86F4-E295BD67BEF6}" srcOrd="0" destOrd="3" presId="urn:microsoft.com/office/officeart/2016/7/layout/BasicProcessNew"/>
    <dgm:cxn modelId="{88F93AE1-B314-47BB-AD94-9B3178E72E9E}" srcId="{79FD71C2-1F51-4F4D-B0BD-D60A100DE996}" destId="{A63D76DF-0CD4-4528-BCDC-A0D09C5B3151}" srcOrd="2" destOrd="0" parTransId="{D9B2DFB6-423D-4869-9994-6F4236F0E4EB}" sibTransId="{71F318C9-F3FA-4ECE-81E8-13B62159FF87}"/>
    <dgm:cxn modelId="{03E810E2-7A17-4485-AF2B-769409722C34}" srcId="{72B84259-C4FE-4A79-8C60-8162379317D3}" destId="{088933A9-4001-42CB-B5E7-A17F7D60B709}" srcOrd="1" destOrd="0" parTransId="{B3B2C373-E527-4129-991C-9CEF2E14D9F9}" sibTransId="{5930D91E-5025-4DA6-AC87-6713FFEEAC1A}"/>
    <dgm:cxn modelId="{48D903E6-5E0C-41DB-8ED6-A56922BD4877}" type="presOf" srcId="{6E1043D9-45A2-4AC7-AD79-5CDA926EF47B}" destId="{1AF61342-268A-4698-98F6-21D118E17A22}" srcOrd="0" destOrd="0" presId="urn:microsoft.com/office/officeart/2016/7/layout/BasicProcessNew"/>
    <dgm:cxn modelId="{1C6704EC-EE89-4542-94AD-26D868ED61C0}" srcId="{6E1043D9-45A2-4AC7-AD79-5CDA926EF47B}" destId="{8170BACB-08C4-46A1-815F-63AE88D04D96}" srcOrd="0" destOrd="0" parTransId="{0FC48FE5-AB68-4E24-B573-30F9DAE30F8C}" sibTransId="{7FFB1C9B-A236-4365-8D5C-B593E396C3A7}"/>
    <dgm:cxn modelId="{0A8DC7EC-3811-4C8C-BF87-3FADFD7D6645}" type="presOf" srcId="{E2C479F3-EE1E-417F-82B0-8CCCAC3B3ADE}" destId="{5CBC3DB2-973C-4147-86F4-E295BD67BEF6}" srcOrd="0" destOrd="4" presId="urn:microsoft.com/office/officeart/2016/7/layout/BasicProcessNew"/>
    <dgm:cxn modelId="{5CEE5AF7-5A00-44CA-AEDC-7F8C4B1C7663}" type="presOf" srcId="{79177B02-D156-49C6-B97B-10502E9B1249}" destId="{5CBC3DB2-973C-4147-86F4-E295BD67BEF6}" srcOrd="0" destOrd="1" presId="urn:microsoft.com/office/officeart/2016/7/layout/BasicProcessNew"/>
    <dgm:cxn modelId="{72A50AFB-265F-4DC5-98BC-38391A9CCC1F}" srcId="{AB12829F-14F4-4BFF-BECA-D476FB737C5C}" destId="{E2C479F3-EE1E-417F-82B0-8CCCAC3B3ADE}" srcOrd="3" destOrd="0" parTransId="{B6A0CF01-5466-45DB-9FE2-3B647A9727D6}" sibTransId="{09DE171E-17EB-4B98-9E8A-A9AD35FDBB40}"/>
    <dgm:cxn modelId="{DBA6C5FD-479A-4E91-A1A9-D1A14DB3D7DF}" type="presOf" srcId="{F68984D1-4607-4E1F-AA10-4E4DB3BE1DE9}" destId="{2FC334D9-22B6-4DEB-A9B4-004BA66549EB}" srcOrd="0" destOrd="2" presId="urn:microsoft.com/office/officeart/2016/7/layout/BasicProcessNew"/>
    <dgm:cxn modelId="{FBC335FE-C90F-4850-99EB-4A6D6727331C}" srcId="{AB12829F-14F4-4BFF-BECA-D476FB737C5C}" destId="{98C4A1AE-FB68-4B18-A054-C4DA6ACEC50E}" srcOrd="1" destOrd="0" parTransId="{28053F48-BC65-4F5D-9746-9AA35DCCF693}" sibTransId="{F96C73BA-AE39-4DEE-A115-F4B9A4BA7E85}"/>
    <dgm:cxn modelId="{F296DDDD-AF26-47AC-A266-2A9945DFCBFD}" type="presParOf" srcId="{0C736319-03A1-406C-AE9B-7B28354540EA}" destId="{04B159F9-CEA1-4F9D-8ADB-FE2287158C0C}" srcOrd="0" destOrd="0" presId="urn:microsoft.com/office/officeart/2016/7/layout/BasicProcessNew"/>
    <dgm:cxn modelId="{3C045D35-4AD5-4BD1-80BC-9D222647C156}" type="presParOf" srcId="{0C736319-03A1-406C-AE9B-7B28354540EA}" destId="{3423EBA2-23CA-4D69-99DB-FCC0ACF24A8F}" srcOrd="1" destOrd="0" presId="urn:microsoft.com/office/officeart/2016/7/layout/BasicProcessNew"/>
    <dgm:cxn modelId="{B71815B9-7A7B-4A9F-8EAE-283242E399B4}" type="presParOf" srcId="{0C736319-03A1-406C-AE9B-7B28354540EA}" destId="{320EACA5-C83A-4E6A-9C62-7B571141D8AD}" srcOrd="2" destOrd="0" presId="urn:microsoft.com/office/officeart/2016/7/layout/BasicProcessNew"/>
    <dgm:cxn modelId="{762FB891-6A20-4053-B0D3-7FA6771B1B35}" type="presParOf" srcId="{0C736319-03A1-406C-AE9B-7B28354540EA}" destId="{C15670A2-ED1F-41A8-9B57-97E840A85146}" srcOrd="3" destOrd="0" presId="urn:microsoft.com/office/officeart/2016/7/layout/BasicProcessNew"/>
    <dgm:cxn modelId="{5C194DED-24DB-4BA9-A413-2D656D92D666}" type="presParOf" srcId="{0C736319-03A1-406C-AE9B-7B28354540EA}" destId="{5CBC3DB2-973C-4147-86F4-E295BD67BEF6}" srcOrd="4" destOrd="0" presId="urn:microsoft.com/office/officeart/2016/7/layout/BasicProcessNew"/>
    <dgm:cxn modelId="{DCDBCE69-630C-4BD3-9EEB-8E3073E30D60}" type="presParOf" srcId="{0C736319-03A1-406C-AE9B-7B28354540EA}" destId="{6F69E0D0-D95B-498E-BA7C-12AD2B856FB4}" srcOrd="5" destOrd="0" presId="urn:microsoft.com/office/officeart/2016/7/layout/BasicProcessNew"/>
    <dgm:cxn modelId="{6D8D3E36-5DC2-413B-959C-D570DC50D9F9}" type="presParOf" srcId="{0C736319-03A1-406C-AE9B-7B28354540EA}" destId="{AF8BD82E-8391-4D13-8C0E-3CE86EFC8D51}" srcOrd="6" destOrd="0" presId="urn:microsoft.com/office/officeart/2016/7/layout/BasicProcessNew"/>
    <dgm:cxn modelId="{8D82C843-E78C-4BED-AAEA-8593EBBAD0A7}" type="presParOf" srcId="{0C736319-03A1-406C-AE9B-7B28354540EA}" destId="{1BC0CB9E-83F0-4AC1-B42E-1E0A8D293E74}" srcOrd="7" destOrd="0" presId="urn:microsoft.com/office/officeart/2016/7/layout/BasicProcessNew"/>
    <dgm:cxn modelId="{8DA09447-597D-4FD7-81C0-29B6CCC906C0}" type="presParOf" srcId="{0C736319-03A1-406C-AE9B-7B28354540EA}" destId="{1AF61342-268A-4698-98F6-21D118E17A22}" srcOrd="8" destOrd="0" presId="urn:microsoft.com/office/officeart/2016/7/layout/BasicProcessNew"/>
    <dgm:cxn modelId="{1B53F7D6-EF16-479C-A02E-B8535D9C3D79}" type="presParOf" srcId="{0C736319-03A1-406C-AE9B-7B28354540EA}" destId="{357F3927-F9D3-48B9-9898-F266E8A7025D}" srcOrd="9" destOrd="0" presId="urn:microsoft.com/office/officeart/2016/7/layout/BasicProcessNew"/>
    <dgm:cxn modelId="{FDC56FA7-BF21-4292-8A18-0D2EC3828C17}" type="presParOf" srcId="{0C736319-03A1-406C-AE9B-7B28354540EA}" destId="{BA8DB7B4-D791-4AB2-BD42-B58937CAFF0A}" srcOrd="10" destOrd="0" presId="urn:microsoft.com/office/officeart/2016/7/layout/BasicProcessNew"/>
    <dgm:cxn modelId="{2BB14F12-5353-4A96-AA2D-E0B54449CBF2}" type="presParOf" srcId="{0C736319-03A1-406C-AE9B-7B28354540EA}" destId="{B302E023-3040-473F-B4DE-35489485971D}" srcOrd="11" destOrd="0" presId="urn:microsoft.com/office/officeart/2016/7/layout/BasicProcessNew"/>
    <dgm:cxn modelId="{F674DA13-4E04-4081-A133-36605DBE7EF9}" type="presParOf" srcId="{0C736319-03A1-406C-AE9B-7B28354540EA}" destId="{2FC334D9-22B6-4DEB-A9B4-004BA66549EB}" srcOrd="12" destOrd="0" presId="urn:microsoft.com/office/officeart/2016/7/layout/BasicProcessNew"/>
    <dgm:cxn modelId="{CEA20B0C-6878-4B8A-B072-938F27E24198}" type="presParOf" srcId="{0C736319-03A1-406C-AE9B-7B28354540EA}" destId="{734F380F-E2EE-4F4A-8002-8E9943595FE4}" srcOrd="13" destOrd="0" presId="urn:microsoft.com/office/officeart/2016/7/layout/BasicProcessNew"/>
    <dgm:cxn modelId="{9F5E236A-07E2-48B7-8B11-22BF58B4AAF5}" type="presParOf" srcId="{0C736319-03A1-406C-AE9B-7B28354540EA}" destId="{E8A52DCC-4295-4604-8DDD-A8544230D919}" srcOrd="14" destOrd="0" presId="urn:microsoft.com/office/officeart/2016/7/layout/BasicProcessNew"/>
    <dgm:cxn modelId="{7096B92E-6A61-4BF7-B233-908BCA830914}" type="presParOf" srcId="{0C736319-03A1-406C-AE9B-7B28354540EA}" destId="{FBBCD890-627B-4385-973C-33B495860D6B}" srcOrd="15" destOrd="0" presId="urn:microsoft.com/office/officeart/2016/7/layout/BasicProcessNew"/>
    <dgm:cxn modelId="{4FD80195-0F79-4CD3-BC94-B741130BC902}" type="presParOf" srcId="{0C736319-03A1-406C-AE9B-7B28354540EA}" destId="{FAFA3A06-6572-4EE3-BB62-52137E9CC501}" srcOrd="16" destOrd="0" presId="urn:microsoft.com/office/officeart/2016/7/layout/BasicProcessNew"/>
    <dgm:cxn modelId="{45B64DB0-F275-4F74-90A9-F3A8FED2F0AB}" type="presParOf" srcId="{0C736319-03A1-406C-AE9B-7B28354540EA}" destId="{541E6D56-9C2A-4E00-82BA-2FB96154F46A}" srcOrd="17" destOrd="0" presId="urn:microsoft.com/office/officeart/2016/7/layout/BasicProcessNew"/>
    <dgm:cxn modelId="{3D2947A5-3E6A-4EDA-B782-98C21486A15F}" type="presParOf" srcId="{0C736319-03A1-406C-AE9B-7B28354540EA}" destId="{8F82031D-7C38-4634-897F-9DE6606CD816}" srcOrd="18" destOrd="0" presId="urn:microsoft.com/office/officeart/2016/7/layout/BasicProcessNew"/>
    <dgm:cxn modelId="{8CB5DADA-2A2C-4BCA-A174-B94D7024E5F7}" type="presParOf" srcId="{0C736319-03A1-406C-AE9B-7B28354540EA}" destId="{0896112F-E7C5-4235-9882-DEB2BBFB740D}" srcOrd="19" destOrd="0" presId="urn:microsoft.com/office/officeart/2016/7/layout/BasicProcessNew"/>
    <dgm:cxn modelId="{B73C0EBA-4A11-44E0-B887-318DE848F6B6}" type="presParOf" srcId="{0C736319-03A1-406C-AE9B-7B28354540EA}" destId="{03BEBBFD-BE66-4DE0-9C8B-25ADD3F0CF08}" srcOrd="20" destOrd="0" presId="urn:microsoft.com/office/officeart/2016/7/layout/Basic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146AC4-40F4-405B-848E-07FE1D1BB101}">
      <dsp:nvSpPr>
        <dsp:cNvPr id="0" name=""/>
        <dsp:cNvSpPr/>
      </dsp:nvSpPr>
      <dsp:spPr>
        <a:xfrm>
          <a:off x="0" y="342999"/>
          <a:ext cx="7886700" cy="59535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IN" sz="1400" b="1" kern="1200"/>
            <a:t>Use AI agents inject best practices and </a:t>
          </a:r>
          <a:r>
            <a:rPr lang="en-IN" sz="1400" b="1" u="sng" kern="1200"/>
            <a:t>design new workflows quickly</a:t>
          </a:r>
          <a:r>
            <a:rPr lang="en-IN" sz="1400" b="1" kern="1200"/>
            <a:t>.</a:t>
          </a:r>
          <a:endParaRPr lang="en-US" sz="1400" kern="1200"/>
        </a:p>
      </dsp:txBody>
      <dsp:txXfrm>
        <a:off x="0" y="342999"/>
        <a:ext cx="7886700" cy="595350"/>
      </dsp:txXfrm>
    </dsp:sp>
    <dsp:sp modelId="{765582F2-9EFC-445E-8F1E-AE91BCD10F2F}">
      <dsp:nvSpPr>
        <dsp:cNvPr id="0" name=""/>
        <dsp:cNvSpPr/>
      </dsp:nvSpPr>
      <dsp:spPr>
        <a:xfrm>
          <a:off x="394335" y="136359"/>
          <a:ext cx="5520690"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IN" sz="1400" b="1" kern="1200"/>
            <a:t>Workflow design</a:t>
          </a:r>
          <a:endParaRPr lang="en-US" sz="1400" kern="1200"/>
        </a:p>
      </dsp:txBody>
      <dsp:txXfrm>
        <a:off x="414510" y="156534"/>
        <a:ext cx="5480340" cy="372930"/>
      </dsp:txXfrm>
    </dsp:sp>
    <dsp:sp modelId="{5141F224-77ED-4317-B6D3-C6BEB0FA879E}">
      <dsp:nvSpPr>
        <dsp:cNvPr id="0" name=""/>
        <dsp:cNvSpPr/>
      </dsp:nvSpPr>
      <dsp:spPr>
        <a:xfrm>
          <a:off x="0" y="1220589"/>
          <a:ext cx="7886700" cy="1455299"/>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IN" sz="1400" b="1" kern="1200"/>
            <a:t>Automate decisions based on context-rich data to determine the </a:t>
          </a:r>
          <a:r>
            <a:rPr lang="en-IN" sz="1400" b="1" u="sng" kern="1200"/>
            <a:t>next best action</a:t>
          </a:r>
          <a:r>
            <a:rPr lang="en-IN" sz="1400" b="1" kern="1200"/>
            <a:t> or advance work through straight-through processing.</a:t>
          </a:r>
          <a:endParaRPr lang="en-US" sz="1400" kern="1200"/>
        </a:p>
        <a:p>
          <a:pPr marL="114300" lvl="1" indent="-114300" algn="l" defTabSz="622300">
            <a:lnSpc>
              <a:spcPct val="90000"/>
            </a:lnSpc>
            <a:spcBef>
              <a:spcPct val="0"/>
            </a:spcBef>
            <a:spcAft>
              <a:spcPct val="15000"/>
            </a:spcAft>
            <a:buChar char="•"/>
          </a:pPr>
          <a:r>
            <a:rPr lang="en-IN" sz="1400" b="1" kern="1200"/>
            <a:t>Workflow execution</a:t>
          </a:r>
          <a:endParaRPr lang="en-US" sz="1400" kern="1200"/>
        </a:p>
        <a:p>
          <a:pPr marL="114300" lvl="1" indent="-114300" algn="l" defTabSz="622300">
            <a:lnSpc>
              <a:spcPct val="90000"/>
            </a:lnSpc>
            <a:spcBef>
              <a:spcPct val="0"/>
            </a:spcBef>
            <a:spcAft>
              <a:spcPct val="15000"/>
            </a:spcAft>
            <a:buChar char="•"/>
          </a:pPr>
          <a:r>
            <a:rPr lang="en-IN" sz="1400" b="1" kern="1200"/>
            <a:t>AI agents can find the right workflows needed to resolve a user request and execute them automatically.</a:t>
          </a:r>
          <a:endParaRPr lang="en-US" sz="1400" kern="1200"/>
        </a:p>
      </dsp:txBody>
      <dsp:txXfrm>
        <a:off x="0" y="1220589"/>
        <a:ext cx="7886700" cy="1455299"/>
      </dsp:txXfrm>
    </dsp:sp>
    <dsp:sp modelId="{7862FEC3-089C-49C6-BF19-EC48824D3099}">
      <dsp:nvSpPr>
        <dsp:cNvPr id="0" name=""/>
        <dsp:cNvSpPr/>
      </dsp:nvSpPr>
      <dsp:spPr>
        <a:xfrm>
          <a:off x="394335" y="1013949"/>
          <a:ext cx="5520690"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IN" sz="1400" b="1" u="sng" kern="1200"/>
            <a:t>AI-powered decisioning</a:t>
          </a:r>
          <a:endParaRPr lang="en-US" sz="1400" kern="1200"/>
        </a:p>
      </dsp:txBody>
      <dsp:txXfrm>
        <a:off x="414510" y="1034124"/>
        <a:ext cx="5480340" cy="372930"/>
      </dsp:txXfrm>
    </dsp:sp>
    <dsp:sp modelId="{F3385B08-2251-4BEC-97A0-2CDC9552DBC7}">
      <dsp:nvSpPr>
        <dsp:cNvPr id="0" name=""/>
        <dsp:cNvSpPr/>
      </dsp:nvSpPr>
      <dsp:spPr>
        <a:xfrm>
          <a:off x="0" y="2958129"/>
          <a:ext cx="7886700" cy="125685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12096" tIns="291592" rIns="612096" bIns="99568" numCol="1" spcCol="1270" anchor="t" anchorCtr="0">
          <a:noAutofit/>
        </a:bodyPr>
        <a:lstStyle/>
        <a:p>
          <a:pPr marL="114300" lvl="1" indent="-114300" algn="l" defTabSz="622300">
            <a:lnSpc>
              <a:spcPct val="90000"/>
            </a:lnSpc>
            <a:spcBef>
              <a:spcPct val="0"/>
            </a:spcBef>
            <a:spcAft>
              <a:spcPct val="15000"/>
            </a:spcAft>
            <a:buChar char="•"/>
          </a:pPr>
          <a:r>
            <a:rPr lang="en-IN" sz="1400" b="1" kern="1200"/>
            <a:t>Use AI agents to optimize and execute complex, multi-step workflows.</a:t>
          </a:r>
          <a:endParaRPr lang="en-US" sz="1400" kern="1200"/>
        </a:p>
        <a:p>
          <a:pPr marL="114300" lvl="1" indent="-114300" algn="l" defTabSz="622300">
            <a:lnSpc>
              <a:spcPct val="90000"/>
            </a:lnSpc>
            <a:spcBef>
              <a:spcPct val="0"/>
            </a:spcBef>
            <a:spcAft>
              <a:spcPct val="15000"/>
            </a:spcAft>
            <a:buChar char="•"/>
          </a:pPr>
          <a:r>
            <a:rPr lang="en-IN" sz="1400" b="1" kern="1200"/>
            <a:t>Adaptability</a:t>
          </a:r>
          <a:endParaRPr lang="en-US" sz="1400" kern="1200"/>
        </a:p>
        <a:p>
          <a:pPr marL="114300" lvl="1" indent="-114300" algn="l" defTabSz="622300">
            <a:lnSpc>
              <a:spcPct val="90000"/>
            </a:lnSpc>
            <a:spcBef>
              <a:spcPct val="0"/>
            </a:spcBef>
            <a:spcAft>
              <a:spcPct val="15000"/>
            </a:spcAft>
            <a:buChar char="•"/>
          </a:pPr>
          <a:r>
            <a:rPr lang="en-IN" sz="1400" b="1" kern="1200"/>
            <a:t>Build business agility. Agentic AI adjusts to change and </a:t>
          </a:r>
          <a:r>
            <a:rPr lang="en-IN" sz="1400" b="1" u="sng" kern="1200"/>
            <a:t>predicts future scenarios</a:t>
          </a:r>
          <a:r>
            <a:rPr lang="en-IN" sz="1400" b="1" kern="1200"/>
            <a:t> to ensure the best outcomes.</a:t>
          </a:r>
          <a:endParaRPr lang="en-US" sz="1400" kern="1200"/>
        </a:p>
      </dsp:txBody>
      <dsp:txXfrm>
        <a:off x="0" y="2958129"/>
        <a:ext cx="7886700" cy="1256850"/>
      </dsp:txXfrm>
    </dsp:sp>
    <dsp:sp modelId="{3B799E56-1C31-4938-917E-3AD0B86151D7}">
      <dsp:nvSpPr>
        <dsp:cNvPr id="0" name=""/>
        <dsp:cNvSpPr/>
      </dsp:nvSpPr>
      <dsp:spPr>
        <a:xfrm>
          <a:off x="394335" y="2751488"/>
          <a:ext cx="5520690"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IN" sz="1400" b="1" u="sng" kern="1200"/>
            <a:t>Workflow optimization</a:t>
          </a:r>
          <a:endParaRPr lang="en-US" sz="1400" kern="1200"/>
        </a:p>
      </dsp:txBody>
      <dsp:txXfrm>
        <a:off x="414510" y="2771663"/>
        <a:ext cx="5480340"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44BC02-6EE1-4E15-8F02-7ADAB8BBCFB1}">
      <dsp:nvSpPr>
        <dsp:cNvPr id="0" name=""/>
        <dsp:cNvSpPr/>
      </dsp:nvSpPr>
      <dsp:spPr>
        <a:xfrm>
          <a:off x="5674" y="271841"/>
          <a:ext cx="483574" cy="4835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003D23-E083-411B-B997-FFE0FAB1512D}">
      <dsp:nvSpPr>
        <dsp:cNvPr id="0" name=""/>
        <dsp:cNvSpPr/>
      </dsp:nvSpPr>
      <dsp:spPr>
        <a:xfrm>
          <a:off x="5674" y="919144"/>
          <a:ext cx="1381640" cy="660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Perception (Understanding the Input)</a:t>
          </a:r>
          <a:endParaRPr lang="en-US" sz="1400" kern="1200"/>
        </a:p>
      </dsp:txBody>
      <dsp:txXfrm>
        <a:off x="5674" y="919144"/>
        <a:ext cx="1381640" cy="660596"/>
      </dsp:txXfrm>
    </dsp:sp>
    <dsp:sp modelId="{A9B1AC6E-7930-4A3F-81BB-9C189EFC1C37}">
      <dsp:nvSpPr>
        <dsp:cNvPr id="0" name=""/>
        <dsp:cNvSpPr/>
      </dsp:nvSpPr>
      <dsp:spPr>
        <a:xfrm>
          <a:off x="5674" y="1655894"/>
          <a:ext cx="1381640" cy="2423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The agent receives information from the user or environment.</a:t>
          </a:r>
          <a:endParaRPr lang="en-US" sz="1100" kern="1200"/>
        </a:p>
        <a:p>
          <a:pPr marL="0" lvl="0" indent="0" algn="l" defTabSz="488950">
            <a:lnSpc>
              <a:spcPct val="100000"/>
            </a:lnSpc>
            <a:spcBef>
              <a:spcPct val="0"/>
            </a:spcBef>
            <a:spcAft>
              <a:spcPct val="35000"/>
            </a:spcAft>
            <a:buNone/>
          </a:pPr>
          <a:r>
            <a:rPr lang="en-IN" sz="1100" kern="1200"/>
            <a:t>Converts raw text/data into structured meaning.</a:t>
          </a:r>
          <a:endParaRPr lang="en-US" sz="1100" kern="1200"/>
        </a:p>
        <a:p>
          <a:pPr marL="0" lvl="0" indent="0" algn="l" defTabSz="488950">
            <a:lnSpc>
              <a:spcPct val="100000"/>
            </a:lnSpc>
            <a:spcBef>
              <a:spcPct val="0"/>
            </a:spcBef>
            <a:spcAft>
              <a:spcPct val="35000"/>
            </a:spcAft>
            <a:buNone/>
          </a:pPr>
          <a:r>
            <a:rPr lang="en-IN" sz="1100" kern="1200"/>
            <a:t>Identifies the intent behind the request (e.g., math task, analysis, retrieval).</a:t>
          </a:r>
          <a:endParaRPr lang="en-US" sz="1100" kern="1200"/>
        </a:p>
      </dsp:txBody>
      <dsp:txXfrm>
        <a:off x="5674" y="1655894"/>
        <a:ext cx="1381640" cy="2423601"/>
      </dsp:txXfrm>
    </dsp:sp>
    <dsp:sp modelId="{E3DE0888-46D3-4DF4-81DC-1979A2F1B5CA}">
      <dsp:nvSpPr>
        <dsp:cNvPr id="0" name=""/>
        <dsp:cNvSpPr/>
      </dsp:nvSpPr>
      <dsp:spPr>
        <a:xfrm>
          <a:off x="1629101" y="271841"/>
          <a:ext cx="483574" cy="4835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D6F752-B8FE-4EE4-A11E-5F97F1FA564D}">
      <dsp:nvSpPr>
        <dsp:cNvPr id="0" name=""/>
        <dsp:cNvSpPr/>
      </dsp:nvSpPr>
      <dsp:spPr>
        <a:xfrm>
          <a:off x="1629101" y="919144"/>
          <a:ext cx="1381640" cy="660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Reasoning (Making Sense of the Situation)</a:t>
          </a:r>
          <a:endParaRPr lang="en-US" sz="1400" kern="1200"/>
        </a:p>
      </dsp:txBody>
      <dsp:txXfrm>
        <a:off x="1629101" y="919144"/>
        <a:ext cx="1381640" cy="660596"/>
      </dsp:txXfrm>
    </dsp:sp>
    <dsp:sp modelId="{691D24F3-717B-4A10-B2B6-7881172A1723}">
      <dsp:nvSpPr>
        <dsp:cNvPr id="0" name=""/>
        <dsp:cNvSpPr/>
      </dsp:nvSpPr>
      <dsp:spPr>
        <a:xfrm>
          <a:off x="1629101" y="1655894"/>
          <a:ext cx="1381640" cy="2423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Interprets the input logically.</a:t>
          </a:r>
          <a:endParaRPr lang="en-US" sz="1100" kern="1200"/>
        </a:p>
        <a:p>
          <a:pPr marL="0" lvl="0" indent="0" algn="l" defTabSz="488950">
            <a:lnSpc>
              <a:spcPct val="100000"/>
            </a:lnSpc>
            <a:spcBef>
              <a:spcPct val="0"/>
            </a:spcBef>
            <a:spcAft>
              <a:spcPct val="35000"/>
            </a:spcAft>
            <a:buNone/>
          </a:pPr>
          <a:r>
            <a:rPr lang="en-IN" sz="1100" kern="1200"/>
            <a:t>Determines what needs to be solved and which tools or capabilities to use.</a:t>
          </a:r>
          <a:endParaRPr lang="en-US" sz="1100" kern="1200"/>
        </a:p>
        <a:p>
          <a:pPr marL="0" lvl="0" indent="0" algn="l" defTabSz="488950">
            <a:lnSpc>
              <a:spcPct val="100000"/>
            </a:lnSpc>
            <a:spcBef>
              <a:spcPct val="0"/>
            </a:spcBef>
            <a:spcAft>
              <a:spcPct val="35000"/>
            </a:spcAft>
            <a:buNone/>
          </a:pPr>
          <a:r>
            <a:rPr lang="en-IN" sz="1100" kern="1200"/>
            <a:t>Ensures the agent chooses the correct pathway before taking action.</a:t>
          </a:r>
          <a:endParaRPr lang="en-US" sz="1100" kern="1200"/>
        </a:p>
      </dsp:txBody>
      <dsp:txXfrm>
        <a:off x="1629101" y="1655894"/>
        <a:ext cx="1381640" cy="2423601"/>
      </dsp:txXfrm>
    </dsp:sp>
    <dsp:sp modelId="{AD3FA4FD-5828-47F1-9711-DDFDD120E829}">
      <dsp:nvSpPr>
        <dsp:cNvPr id="0" name=""/>
        <dsp:cNvSpPr/>
      </dsp:nvSpPr>
      <dsp:spPr>
        <a:xfrm>
          <a:off x="3252529" y="271841"/>
          <a:ext cx="483574" cy="4835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198D74-5041-4FBA-A07D-692F88E366AE}">
      <dsp:nvSpPr>
        <dsp:cNvPr id="0" name=""/>
        <dsp:cNvSpPr/>
      </dsp:nvSpPr>
      <dsp:spPr>
        <a:xfrm>
          <a:off x="3252529" y="919144"/>
          <a:ext cx="1381640" cy="660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Planning (Breaking Down the Task)</a:t>
          </a:r>
          <a:endParaRPr lang="en-US" sz="1400" kern="1200"/>
        </a:p>
      </dsp:txBody>
      <dsp:txXfrm>
        <a:off x="3252529" y="919144"/>
        <a:ext cx="1381640" cy="660596"/>
      </dsp:txXfrm>
    </dsp:sp>
    <dsp:sp modelId="{B1F27B38-B78F-4A11-AA36-C20CB8E91CB7}">
      <dsp:nvSpPr>
        <dsp:cNvPr id="0" name=""/>
        <dsp:cNvSpPr/>
      </dsp:nvSpPr>
      <dsp:spPr>
        <a:xfrm>
          <a:off x="3252529" y="1655894"/>
          <a:ext cx="1381640" cy="2423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Maps out the steps required to achieve the desired result.</a:t>
          </a:r>
          <a:endParaRPr lang="en-US" sz="1100" kern="1200"/>
        </a:p>
        <a:p>
          <a:pPr marL="0" lvl="0" indent="0" algn="l" defTabSz="488950">
            <a:lnSpc>
              <a:spcPct val="100000"/>
            </a:lnSpc>
            <a:spcBef>
              <a:spcPct val="0"/>
            </a:spcBef>
            <a:spcAft>
              <a:spcPct val="35000"/>
            </a:spcAft>
            <a:buNone/>
          </a:pPr>
          <a:r>
            <a:rPr lang="en-IN" sz="1100" kern="1200"/>
            <a:t>Organizes the sequence of operations or tool calls.</a:t>
          </a:r>
          <a:endParaRPr lang="en-US" sz="1100" kern="1200"/>
        </a:p>
        <a:p>
          <a:pPr marL="0" lvl="0" indent="0" algn="l" defTabSz="488950">
            <a:lnSpc>
              <a:spcPct val="100000"/>
            </a:lnSpc>
            <a:spcBef>
              <a:spcPct val="0"/>
            </a:spcBef>
            <a:spcAft>
              <a:spcPct val="35000"/>
            </a:spcAft>
            <a:buNone/>
          </a:pPr>
          <a:r>
            <a:rPr lang="en-IN" sz="1100" kern="1200"/>
            <a:t>Optimizes the plan to avoid unnecessary steps and maximize efficiency.</a:t>
          </a:r>
          <a:endParaRPr lang="en-US" sz="1100" kern="1200"/>
        </a:p>
      </dsp:txBody>
      <dsp:txXfrm>
        <a:off x="3252529" y="1655894"/>
        <a:ext cx="1381640" cy="2423601"/>
      </dsp:txXfrm>
    </dsp:sp>
    <dsp:sp modelId="{E1343A70-5ECD-4556-B9C4-CB3C7E86446A}">
      <dsp:nvSpPr>
        <dsp:cNvPr id="0" name=""/>
        <dsp:cNvSpPr/>
      </dsp:nvSpPr>
      <dsp:spPr>
        <a:xfrm>
          <a:off x="4875957" y="271841"/>
          <a:ext cx="483574" cy="4835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D831A7-F503-4C32-87D4-227C18BB0EEC}">
      <dsp:nvSpPr>
        <dsp:cNvPr id="0" name=""/>
        <dsp:cNvSpPr/>
      </dsp:nvSpPr>
      <dsp:spPr>
        <a:xfrm>
          <a:off x="4875957" y="919144"/>
          <a:ext cx="1381640" cy="660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Action (Executing the Steps)</a:t>
          </a:r>
          <a:endParaRPr lang="en-US" sz="1400" kern="1200"/>
        </a:p>
      </dsp:txBody>
      <dsp:txXfrm>
        <a:off x="4875957" y="919144"/>
        <a:ext cx="1381640" cy="660596"/>
      </dsp:txXfrm>
    </dsp:sp>
    <dsp:sp modelId="{83F52071-6BED-4C34-AC49-BD7E486E9089}">
      <dsp:nvSpPr>
        <dsp:cNvPr id="0" name=""/>
        <dsp:cNvSpPr/>
      </dsp:nvSpPr>
      <dsp:spPr>
        <a:xfrm>
          <a:off x="4875957" y="1655894"/>
          <a:ext cx="1381640" cy="2423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The agent performs the operations defined in the plan.</a:t>
          </a:r>
          <a:endParaRPr lang="en-US" sz="1100" kern="1200"/>
        </a:p>
        <a:p>
          <a:pPr marL="0" lvl="0" indent="0" algn="l" defTabSz="488950">
            <a:lnSpc>
              <a:spcPct val="100000"/>
            </a:lnSpc>
            <a:spcBef>
              <a:spcPct val="0"/>
            </a:spcBef>
            <a:spcAft>
              <a:spcPct val="35000"/>
            </a:spcAft>
            <a:buNone/>
          </a:pPr>
          <a:r>
            <a:rPr lang="en-IN" sz="1100" kern="1200"/>
            <a:t>Calls functions, tools, external APIs, or Python modules as needed.</a:t>
          </a:r>
          <a:endParaRPr lang="en-US" sz="1100" kern="1200"/>
        </a:p>
        <a:p>
          <a:pPr marL="0" lvl="0" indent="0" algn="l" defTabSz="488950">
            <a:lnSpc>
              <a:spcPct val="100000"/>
            </a:lnSpc>
            <a:spcBef>
              <a:spcPct val="0"/>
            </a:spcBef>
            <a:spcAft>
              <a:spcPct val="35000"/>
            </a:spcAft>
            <a:buNone/>
          </a:pPr>
          <a:r>
            <a:rPr lang="en-IN" sz="1100" kern="1200"/>
            <a:t>Ensures safe and correct execution (e.g., zero‑division protection, validated inputs).</a:t>
          </a:r>
          <a:endParaRPr lang="en-US" sz="1100" kern="1200"/>
        </a:p>
        <a:p>
          <a:pPr marL="0" lvl="0" indent="0" algn="l" defTabSz="488950">
            <a:lnSpc>
              <a:spcPct val="100000"/>
            </a:lnSpc>
            <a:spcBef>
              <a:spcPct val="0"/>
            </a:spcBef>
            <a:spcAft>
              <a:spcPct val="35000"/>
            </a:spcAft>
            <a:buNone/>
          </a:pPr>
          <a:r>
            <a:rPr lang="en-IN" sz="1100" kern="1200"/>
            <a:t>Produces traceable intermediate outputs.</a:t>
          </a:r>
          <a:endParaRPr lang="en-US" sz="1100" kern="1200"/>
        </a:p>
      </dsp:txBody>
      <dsp:txXfrm>
        <a:off x="4875957" y="1655894"/>
        <a:ext cx="1381640" cy="2423601"/>
      </dsp:txXfrm>
    </dsp:sp>
    <dsp:sp modelId="{A609C9EA-36F3-4D12-8437-9312FF97B0CD}">
      <dsp:nvSpPr>
        <dsp:cNvPr id="0" name=""/>
        <dsp:cNvSpPr/>
      </dsp:nvSpPr>
      <dsp:spPr>
        <a:xfrm>
          <a:off x="6499385" y="271841"/>
          <a:ext cx="483574" cy="48357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AAC611-2B1B-4F63-9ED8-D7A0FA256067}">
      <dsp:nvSpPr>
        <dsp:cNvPr id="0" name=""/>
        <dsp:cNvSpPr/>
      </dsp:nvSpPr>
      <dsp:spPr>
        <a:xfrm>
          <a:off x="6499385" y="919144"/>
          <a:ext cx="1381640" cy="660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Learning (Improvement Over Time)</a:t>
          </a:r>
          <a:endParaRPr lang="en-US" sz="1400" kern="1200"/>
        </a:p>
      </dsp:txBody>
      <dsp:txXfrm>
        <a:off x="6499385" y="919144"/>
        <a:ext cx="1381640" cy="660596"/>
      </dsp:txXfrm>
    </dsp:sp>
    <dsp:sp modelId="{49E87A95-A249-45E3-A896-6A2385F1826E}">
      <dsp:nvSpPr>
        <dsp:cNvPr id="0" name=""/>
        <dsp:cNvSpPr/>
      </dsp:nvSpPr>
      <dsp:spPr>
        <a:xfrm>
          <a:off x="6499385" y="1655894"/>
          <a:ext cx="1381640" cy="2423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Reflects on its own results and outcomes.</a:t>
          </a:r>
          <a:endParaRPr lang="en-US" sz="1100" kern="1200"/>
        </a:p>
        <a:p>
          <a:pPr marL="0" lvl="0" indent="0" algn="l" defTabSz="488950">
            <a:lnSpc>
              <a:spcPct val="100000"/>
            </a:lnSpc>
            <a:spcBef>
              <a:spcPct val="0"/>
            </a:spcBef>
            <a:spcAft>
              <a:spcPct val="35000"/>
            </a:spcAft>
            <a:buNone/>
          </a:pPr>
          <a:r>
            <a:rPr lang="en-IN" sz="1100" kern="1200"/>
            <a:t>Adapts normalizations, parsing, and decision choices based on previous interactions.</a:t>
          </a:r>
          <a:endParaRPr lang="en-US" sz="1100" kern="1200"/>
        </a:p>
        <a:p>
          <a:pPr marL="0" lvl="0" indent="0" algn="l" defTabSz="488950">
            <a:lnSpc>
              <a:spcPct val="100000"/>
            </a:lnSpc>
            <a:spcBef>
              <a:spcPct val="0"/>
            </a:spcBef>
            <a:spcAft>
              <a:spcPct val="35000"/>
            </a:spcAft>
            <a:buNone/>
          </a:pPr>
          <a:r>
            <a:rPr lang="en-IN" sz="1100" kern="1200"/>
            <a:t>Enhances accuracy and efficiency for future similar tasks.</a:t>
          </a:r>
          <a:endParaRPr lang="en-US" sz="1100" kern="1200"/>
        </a:p>
        <a:p>
          <a:pPr marL="0" lvl="0" indent="0" algn="l" defTabSz="488950">
            <a:lnSpc>
              <a:spcPct val="100000"/>
            </a:lnSpc>
            <a:spcBef>
              <a:spcPct val="0"/>
            </a:spcBef>
            <a:spcAft>
              <a:spcPct val="35000"/>
            </a:spcAft>
            <a:buNone/>
          </a:pPr>
          <a:r>
            <a:rPr lang="en-IN" sz="1100" kern="1200" dirty="0"/>
            <a:t>Forms a feedback loop that gradually makes the agent more intelligent and reliable.</a:t>
          </a:r>
          <a:endParaRPr lang="en-US" sz="1100" kern="1200" dirty="0"/>
        </a:p>
      </dsp:txBody>
      <dsp:txXfrm>
        <a:off x="6499385" y="1655894"/>
        <a:ext cx="1381640" cy="24236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B159F9-CEA1-4F9D-8ADB-FE2287158C0C}">
      <dsp:nvSpPr>
        <dsp:cNvPr id="0" name=""/>
        <dsp:cNvSpPr/>
      </dsp:nvSpPr>
      <dsp:spPr>
        <a:xfrm>
          <a:off x="9832" y="557015"/>
          <a:ext cx="1131067" cy="323730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488950">
            <a:lnSpc>
              <a:spcPct val="90000"/>
            </a:lnSpc>
            <a:spcBef>
              <a:spcPct val="0"/>
            </a:spcBef>
            <a:spcAft>
              <a:spcPct val="35000"/>
            </a:spcAft>
            <a:buNone/>
          </a:pPr>
          <a:r>
            <a:rPr lang="en-IN" sz="1100" b="1" kern="1200" dirty="0"/>
            <a:t>What Are Multi‑Agent Systems?</a:t>
          </a:r>
          <a:br>
            <a:rPr lang="en-IN" sz="1100" kern="1200" dirty="0"/>
          </a:br>
          <a:r>
            <a:rPr lang="en-IN" sz="1100" kern="1200" dirty="0"/>
            <a:t>A Multi‑Agent System consists of </a:t>
          </a:r>
          <a:r>
            <a:rPr lang="en-IN" sz="1100" b="1" kern="1200" dirty="0"/>
            <a:t>multiple autonomous agents</a:t>
          </a:r>
          <a:r>
            <a:rPr lang="en-IN" sz="1100" kern="1200" dirty="0"/>
            <a:t> interacting within a shared environment to solve problems that are too large or complex for a single agent.</a:t>
          </a:r>
          <a:endParaRPr lang="en-US" sz="1100" kern="1200" dirty="0"/>
        </a:p>
      </dsp:txBody>
      <dsp:txXfrm>
        <a:off x="9832" y="557015"/>
        <a:ext cx="1131067" cy="3237306"/>
      </dsp:txXfrm>
    </dsp:sp>
    <dsp:sp modelId="{320EACA5-C83A-4E6A-9C62-7B571141D8AD}">
      <dsp:nvSpPr>
        <dsp:cNvPr id="0" name=""/>
        <dsp:cNvSpPr/>
      </dsp:nvSpPr>
      <dsp:spPr>
        <a:xfrm>
          <a:off x="1164133" y="2054169"/>
          <a:ext cx="169660" cy="243000"/>
        </a:xfrm>
        <a:prstGeom prst="rightArrow">
          <a:avLst>
            <a:gd name="adj1" fmla="val 50000"/>
            <a:gd name="adj2" fmla="val 5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BC3DB2-973C-4147-86F4-E295BD67BEF6}">
      <dsp:nvSpPr>
        <dsp:cNvPr id="0" name=""/>
        <dsp:cNvSpPr/>
      </dsp:nvSpPr>
      <dsp:spPr>
        <a:xfrm>
          <a:off x="1357026" y="557015"/>
          <a:ext cx="1131067" cy="323730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IN" sz="1100" b="1" kern="1200"/>
            <a:t>Key Characteristics</a:t>
          </a:r>
          <a:endParaRPr lang="en-US" sz="1100" kern="1200"/>
        </a:p>
        <a:p>
          <a:pPr marL="57150" lvl="1" indent="-57150" algn="l" defTabSz="400050">
            <a:lnSpc>
              <a:spcPct val="90000"/>
            </a:lnSpc>
            <a:spcBef>
              <a:spcPct val="0"/>
            </a:spcBef>
            <a:spcAft>
              <a:spcPct val="15000"/>
            </a:spcAft>
            <a:buChar char="•"/>
          </a:pPr>
          <a:r>
            <a:rPr lang="en-IN" sz="900" b="1" kern="1200"/>
            <a:t>Autonomy</a:t>
          </a:r>
          <a:r>
            <a:rPr lang="en-IN" sz="900" kern="1200"/>
            <a:t> – each agent operates independently</a:t>
          </a:r>
          <a:endParaRPr lang="en-US" sz="900" kern="1200"/>
        </a:p>
        <a:p>
          <a:pPr marL="57150" lvl="1" indent="-57150" algn="l" defTabSz="400050">
            <a:lnSpc>
              <a:spcPct val="90000"/>
            </a:lnSpc>
            <a:spcBef>
              <a:spcPct val="0"/>
            </a:spcBef>
            <a:spcAft>
              <a:spcPct val="15000"/>
            </a:spcAft>
            <a:buChar char="•"/>
          </a:pPr>
          <a:r>
            <a:rPr lang="en-IN" sz="900" b="1" kern="1200"/>
            <a:t>Distributed intelligence</a:t>
          </a:r>
          <a:r>
            <a:rPr lang="en-IN" sz="900" kern="1200"/>
            <a:t> – no single point of control</a:t>
          </a:r>
          <a:endParaRPr lang="en-US" sz="900" kern="1200"/>
        </a:p>
        <a:p>
          <a:pPr marL="57150" lvl="1" indent="-57150" algn="l" defTabSz="400050">
            <a:lnSpc>
              <a:spcPct val="90000"/>
            </a:lnSpc>
            <a:spcBef>
              <a:spcPct val="0"/>
            </a:spcBef>
            <a:spcAft>
              <a:spcPct val="15000"/>
            </a:spcAft>
            <a:buChar char="•"/>
          </a:pPr>
          <a:r>
            <a:rPr lang="en-IN" sz="900" b="1" kern="1200"/>
            <a:t>Heterogeneity</a:t>
          </a:r>
          <a:r>
            <a:rPr lang="en-IN" sz="900" kern="1200"/>
            <a:t> – agents may have different skills or roles</a:t>
          </a:r>
          <a:endParaRPr lang="en-US" sz="900" kern="1200"/>
        </a:p>
        <a:p>
          <a:pPr marL="57150" lvl="1" indent="-57150" algn="l" defTabSz="400050">
            <a:lnSpc>
              <a:spcPct val="90000"/>
            </a:lnSpc>
            <a:spcBef>
              <a:spcPct val="0"/>
            </a:spcBef>
            <a:spcAft>
              <a:spcPct val="15000"/>
            </a:spcAft>
            <a:buChar char="•"/>
          </a:pPr>
          <a:r>
            <a:rPr lang="en-IN" sz="900" b="1" kern="1200"/>
            <a:t>Local decision-making</a:t>
          </a:r>
          <a:r>
            <a:rPr lang="en-IN" sz="900" kern="1200"/>
            <a:t> – each agent acts based on its own perception and objectives</a:t>
          </a:r>
          <a:endParaRPr lang="en-US" sz="900" kern="1200"/>
        </a:p>
      </dsp:txBody>
      <dsp:txXfrm>
        <a:off x="1357026" y="557015"/>
        <a:ext cx="1131067" cy="3237306"/>
      </dsp:txXfrm>
    </dsp:sp>
    <dsp:sp modelId="{AF8BD82E-8391-4D13-8C0E-3CE86EFC8D51}">
      <dsp:nvSpPr>
        <dsp:cNvPr id="0" name=""/>
        <dsp:cNvSpPr/>
      </dsp:nvSpPr>
      <dsp:spPr>
        <a:xfrm>
          <a:off x="2511326" y="2054169"/>
          <a:ext cx="169660" cy="243000"/>
        </a:xfrm>
        <a:prstGeom prst="rightArrow">
          <a:avLst>
            <a:gd name="adj1" fmla="val 50000"/>
            <a:gd name="adj2" fmla="val 5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F61342-268A-4698-98F6-21D118E17A22}">
      <dsp:nvSpPr>
        <dsp:cNvPr id="0" name=""/>
        <dsp:cNvSpPr/>
      </dsp:nvSpPr>
      <dsp:spPr>
        <a:xfrm>
          <a:off x="2704219" y="557015"/>
          <a:ext cx="1131067" cy="323730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IN" sz="1100" b="1" kern="1200"/>
            <a:t>Communication Between Agents</a:t>
          </a:r>
          <a:endParaRPr lang="en-US" sz="1100" kern="1200"/>
        </a:p>
        <a:p>
          <a:pPr marL="57150" lvl="1" indent="-57150" algn="l" defTabSz="400050">
            <a:lnSpc>
              <a:spcPct val="90000"/>
            </a:lnSpc>
            <a:spcBef>
              <a:spcPct val="0"/>
            </a:spcBef>
            <a:spcAft>
              <a:spcPct val="15000"/>
            </a:spcAft>
            <a:buChar char="•"/>
          </a:pPr>
          <a:r>
            <a:rPr lang="en-IN" sz="900" kern="1200"/>
            <a:t>Agents exchange messages, signals, or data</a:t>
          </a:r>
          <a:endParaRPr lang="en-US" sz="900" kern="1200"/>
        </a:p>
        <a:p>
          <a:pPr marL="57150" lvl="1" indent="-57150" algn="l" defTabSz="400050">
            <a:lnSpc>
              <a:spcPct val="90000"/>
            </a:lnSpc>
            <a:spcBef>
              <a:spcPct val="0"/>
            </a:spcBef>
            <a:spcAft>
              <a:spcPct val="15000"/>
            </a:spcAft>
            <a:buChar char="•"/>
          </a:pPr>
          <a:r>
            <a:rPr lang="en-IN" sz="900" kern="1200"/>
            <a:t>Enables information sharing, negotiation, conflict resolution</a:t>
          </a:r>
          <a:endParaRPr lang="en-US" sz="900" kern="1200"/>
        </a:p>
        <a:p>
          <a:pPr marL="57150" lvl="1" indent="-57150" algn="l" defTabSz="400050">
            <a:lnSpc>
              <a:spcPct val="90000"/>
            </a:lnSpc>
            <a:spcBef>
              <a:spcPct val="0"/>
            </a:spcBef>
            <a:spcAft>
              <a:spcPct val="15000"/>
            </a:spcAft>
            <a:buChar char="•"/>
          </a:pPr>
          <a:r>
            <a:rPr lang="en-IN" sz="900" kern="1200"/>
            <a:t>Supports teamwork and dynamic coordination</a:t>
          </a:r>
          <a:endParaRPr lang="en-US" sz="900" kern="1200"/>
        </a:p>
      </dsp:txBody>
      <dsp:txXfrm>
        <a:off x="2704219" y="557015"/>
        <a:ext cx="1131067" cy="3237306"/>
      </dsp:txXfrm>
    </dsp:sp>
    <dsp:sp modelId="{BA8DB7B4-D791-4AB2-BD42-B58937CAFF0A}">
      <dsp:nvSpPr>
        <dsp:cNvPr id="0" name=""/>
        <dsp:cNvSpPr/>
      </dsp:nvSpPr>
      <dsp:spPr>
        <a:xfrm>
          <a:off x="3858519" y="2054169"/>
          <a:ext cx="169660" cy="243000"/>
        </a:xfrm>
        <a:prstGeom prst="rightArrow">
          <a:avLst>
            <a:gd name="adj1" fmla="val 50000"/>
            <a:gd name="adj2" fmla="val 5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C334D9-22B6-4DEB-A9B4-004BA66549EB}">
      <dsp:nvSpPr>
        <dsp:cNvPr id="0" name=""/>
        <dsp:cNvSpPr/>
      </dsp:nvSpPr>
      <dsp:spPr>
        <a:xfrm>
          <a:off x="4051413" y="557015"/>
          <a:ext cx="1131067" cy="323730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IN" sz="1100" b="1" kern="1200"/>
            <a:t>Coordination &amp; Collaboration</a:t>
          </a:r>
          <a:endParaRPr lang="en-US" sz="1100" kern="1200"/>
        </a:p>
        <a:p>
          <a:pPr marL="57150" lvl="1" indent="-57150" algn="l" defTabSz="400050">
            <a:lnSpc>
              <a:spcPct val="90000"/>
            </a:lnSpc>
            <a:spcBef>
              <a:spcPct val="0"/>
            </a:spcBef>
            <a:spcAft>
              <a:spcPct val="15000"/>
            </a:spcAft>
            <a:buChar char="•"/>
          </a:pPr>
          <a:r>
            <a:rPr lang="en-IN" sz="900" kern="1200"/>
            <a:t>Joint planning and shared tasks</a:t>
          </a:r>
          <a:endParaRPr lang="en-US" sz="900" kern="1200"/>
        </a:p>
        <a:p>
          <a:pPr marL="57150" lvl="1" indent="-57150" algn="l" defTabSz="400050">
            <a:lnSpc>
              <a:spcPct val="90000"/>
            </a:lnSpc>
            <a:spcBef>
              <a:spcPct val="0"/>
            </a:spcBef>
            <a:spcAft>
              <a:spcPct val="15000"/>
            </a:spcAft>
            <a:buChar char="•"/>
          </a:pPr>
          <a:r>
            <a:rPr lang="en-IN" sz="900" kern="1200"/>
            <a:t>Task allocation and role distribution</a:t>
          </a:r>
          <a:endParaRPr lang="en-US" sz="900" kern="1200"/>
        </a:p>
        <a:p>
          <a:pPr marL="57150" lvl="1" indent="-57150" algn="l" defTabSz="400050">
            <a:lnSpc>
              <a:spcPct val="90000"/>
            </a:lnSpc>
            <a:spcBef>
              <a:spcPct val="0"/>
            </a:spcBef>
            <a:spcAft>
              <a:spcPct val="15000"/>
            </a:spcAft>
            <a:buChar char="•"/>
          </a:pPr>
          <a:r>
            <a:rPr lang="en-IN" sz="900" kern="1200"/>
            <a:t>Cooperative strategies (e.g., divide‑and‑conquer, voting, consensus)</a:t>
          </a:r>
          <a:endParaRPr lang="en-US" sz="900" kern="1200"/>
        </a:p>
      </dsp:txBody>
      <dsp:txXfrm>
        <a:off x="4051413" y="557015"/>
        <a:ext cx="1131067" cy="3237306"/>
      </dsp:txXfrm>
    </dsp:sp>
    <dsp:sp modelId="{E8A52DCC-4295-4604-8DDD-A8544230D919}">
      <dsp:nvSpPr>
        <dsp:cNvPr id="0" name=""/>
        <dsp:cNvSpPr/>
      </dsp:nvSpPr>
      <dsp:spPr>
        <a:xfrm>
          <a:off x="5205713" y="2054169"/>
          <a:ext cx="169660" cy="243000"/>
        </a:xfrm>
        <a:prstGeom prst="rightArrow">
          <a:avLst>
            <a:gd name="adj1" fmla="val 50000"/>
            <a:gd name="adj2" fmla="val 5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FA3A06-6572-4EE3-BB62-52137E9CC501}">
      <dsp:nvSpPr>
        <dsp:cNvPr id="0" name=""/>
        <dsp:cNvSpPr/>
      </dsp:nvSpPr>
      <dsp:spPr>
        <a:xfrm>
          <a:off x="5398606" y="557015"/>
          <a:ext cx="1131067" cy="323730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IN" sz="1100" b="1" kern="1200"/>
            <a:t>Advantages</a:t>
          </a:r>
          <a:endParaRPr lang="en-US" sz="1100" kern="1200"/>
        </a:p>
        <a:p>
          <a:pPr marL="57150" lvl="1" indent="-57150" algn="l" defTabSz="400050">
            <a:lnSpc>
              <a:spcPct val="90000"/>
            </a:lnSpc>
            <a:spcBef>
              <a:spcPct val="0"/>
            </a:spcBef>
            <a:spcAft>
              <a:spcPct val="15000"/>
            </a:spcAft>
            <a:buChar char="•"/>
          </a:pPr>
          <a:r>
            <a:rPr lang="en-IN" sz="900" kern="1200"/>
            <a:t>Scalability and parallel problem‑solving</a:t>
          </a:r>
          <a:endParaRPr lang="en-US" sz="900" kern="1200"/>
        </a:p>
        <a:p>
          <a:pPr marL="57150" lvl="1" indent="-57150" algn="l" defTabSz="400050">
            <a:lnSpc>
              <a:spcPct val="90000"/>
            </a:lnSpc>
            <a:spcBef>
              <a:spcPct val="0"/>
            </a:spcBef>
            <a:spcAft>
              <a:spcPct val="15000"/>
            </a:spcAft>
            <a:buChar char="•"/>
          </a:pPr>
          <a:r>
            <a:rPr lang="en-IN" sz="900" kern="1200"/>
            <a:t>High robustness—system keeps running even if one agent fails</a:t>
          </a:r>
          <a:endParaRPr lang="en-US" sz="900" kern="1200"/>
        </a:p>
        <a:p>
          <a:pPr marL="57150" lvl="1" indent="-57150" algn="l" defTabSz="400050">
            <a:lnSpc>
              <a:spcPct val="90000"/>
            </a:lnSpc>
            <a:spcBef>
              <a:spcPct val="0"/>
            </a:spcBef>
            <a:spcAft>
              <a:spcPct val="15000"/>
            </a:spcAft>
            <a:buChar char="•"/>
          </a:pPr>
          <a:r>
            <a:rPr lang="en-IN" sz="900" kern="1200"/>
            <a:t>Suitable for distributed, real‑time environments</a:t>
          </a:r>
          <a:endParaRPr lang="en-US" sz="900" kern="1200"/>
        </a:p>
      </dsp:txBody>
      <dsp:txXfrm>
        <a:off x="5398606" y="557015"/>
        <a:ext cx="1131067" cy="3237306"/>
      </dsp:txXfrm>
    </dsp:sp>
    <dsp:sp modelId="{8F82031D-7C38-4634-897F-9DE6606CD816}">
      <dsp:nvSpPr>
        <dsp:cNvPr id="0" name=""/>
        <dsp:cNvSpPr/>
      </dsp:nvSpPr>
      <dsp:spPr>
        <a:xfrm>
          <a:off x="6552906" y="2054169"/>
          <a:ext cx="169660" cy="243000"/>
        </a:xfrm>
        <a:prstGeom prst="rightArrow">
          <a:avLst>
            <a:gd name="adj1" fmla="val 50000"/>
            <a:gd name="adj2" fmla="val 5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BEBBFD-BE66-4DE0-9C8B-25ADD3F0CF08}">
      <dsp:nvSpPr>
        <dsp:cNvPr id="0" name=""/>
        <dsp:cNvSpPr/>
      </dsp:nvSpPr>
      <dsp:spPr>
        <a:xfrm>
          <a:off x="6745800" y="557015"/>
          <a:ext cx="1131067" cy="323730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488950">
            <a:lnSpc>
              <a:spcPct val="90000"/>
            </a:lnSpc>
            <a:spcBef>
              <a:spcPct val="0"/>
            </a:spcBef>
            <a:spcAft>
              <a:spcPct val="35000"/>
            </a:spcAft>
            <a:buNone/>
          </a:pPr>
          <a:r>
            <a:rPr lang="en-IN" sz="1100" b="1" kern="1200"/>
            <a:t>Challenges</a:t>
          </a:r>
          <a:endParaRPr lang="en-US" sz="1100" kern="1200"/>
        </a:p>
        <a:p>
          <a:pPr marL="57150" lvl="1" indent="-57150" algn="l" defTabSz="400050">
            <a:lnSpc>
              <a:spcPct val="90000"/>
            </a:lnSpc>
            <a:spcBef>
              <a:spcPct val="0"/>
            </a:spcBef>
            <a:spcAft>
              <a:spcPct val="15000"/>
            </a:spcAft>
            <a:buChar char="•"/>
          </a:pPr>
          <a:r>
            <a:rPr lang="en-IN" sz="900" kern="1200"/>
            <a:t>Synchronization and communication overhead</a:t>
          </a:r>
          <a:endParaRPr lang="en-US" sz="900" kern="1200"/>
        </a:p>
        <a:p>
          <a:pPr marL="57150" lvl="1" indent="-57150" algn="l" defTabSz="400050">
            <a:lnSpc>
              <a:spcPct val="90000"/>
            </a:lnSpc>
            <a:spcBef>
              <a:spcPct val="0"/>
            </a:spcBef>
            <a:spcAft>
              <a:spcPct val="15000"/>
            </a:spcAft>
            <a:buChar char="•"/>
          </a:pPr>
          <a:r>
            <a:rPr lang="en-IN" sz="900" kern="1200"/>
            <a:t>Conflict resolution between autonomous agents</a:t>
          </a:r>
          <a:endParaRPr lang="en-US" sz="900" kern="1200"/>
        </a:p>
        <a:p>
          <a:pPr marL="57150" lvl="1" indent="-57150" algn="l" defTabSz="400050">
            <a:lnSpc>
              <a:spcPct val="90000"/>
            </a:lnSpc>
            <a:spcBef>
              <a:spcPct val="0"/>
            </a:spcBef>
            <a:spcAft>
              <a:spcPct val="15000"/>
            </a:spcAft>
            <a:buChar char="•"/>
          </a:pPr>
          <a:r>
            <a:rPr lang="en-IN" sz="900" kern="1200"/>
            <a:t>Ensuring system‑wide coherence (global optimality)</a:t>
          </a:r>
          <a:endParaRPr lang="en-US" sz="900" kern="1200"/>
        </a:p>
      </dsp:txBody>
      <dsp:txXfrm>
        <a:off x="6745800" y="557015"/>
        <a:ext cx="1131067" cy="32373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D9AC0-435A-460C-85DB-62B5D1C6FA22}" type="datetimeFigureOut">
              <a:rPr lang="en-IN" smtClean="0"/>
              <a:t>23-03-2026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0B149-A2A2-49DB-93AE-23A02D7E2C90}" type="slidenum">
              <a:rPr lang="en-IN" smtClean="0"/>
              <a:t>‹#›</a:t>
            </a:fld>
            <a:endParaRPr lang="en-IN"/>
          </a:p>
        </p:txBody>
      </p:sp>
    </p:spTree>
    <p:extLst>
      <p:ext uri="{BB962C8B-B14F-4D97-AF65-F5344CB8AC3E}">
        <p14:creationId xmlns:p14="http://schemas.microsoft.com/office/powerpoint/2010/main" val="1582968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60B149-A2A2-49DB-93AE-23A02D7E2C90}" type="slidenum">
              <a:rPr lang="en-IN" smtClean="0"/>
              <a:t>3</a:t>
            </a:fld>
            <a:endParaRPr lang="en-IN"/>
          </a:p>
        </p:txBody>
      </p:sp>
    </p:spTree>
    <p:extLst>
      <p:ext uri="{BB962C8B-B14F-4D97-AF65-F5344CB8AC3E}">
        <p14:creationId xmlns:p14="http://schemas.microsoft.com/office/powerpoint/2010/main" val="2326124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60B149-A2A2-49DB-93AE-23A02D7E2C90}" type="slidenum">
              <a:rPr lang="en-IN" smtClean="0"/>
              <a:t>8</a:t>
            </a:fld>
            <a:endParaRPr lang="en-IN"/>
          </a:p>
        </p:txBody>
      </p:sp>
    </p:spTree>
    <p:extLst>
      <p:ext uri="{BB962C8B-B14F-4D97-AF65-F5344CB8AC3E}">
        <p14:creationId xmlns:p14="http://schemas.microsoft.com/office/powerpoint/2010/main" val="1301677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60B149-A2A2-49DB-93AE-23A02D7E2C90}" type="slidenum">
              <a:rPr lang="en-IN" smtClean="0"/>
              <a:t>15</a:t>
            </a:fld>
            <a:endParaRPr lang="en-IN"/>
          </a:p>
        </p:txBody>
      </p:sp>
    </p:spTree>
    <p:extLst>
      <p:ext uri="{BB962C8B-B14F-4D97-AF65-F5344CB8AC3E}">
        <p14:creationId xmlns:p14="http://schemas.microsoft.com/office/powerpoint/2010/main" val="20947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pega.com/gartner-boa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 name="Rectangle 8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451381"/>
            <a:ext cx="7884414" cy="4066540"/>
          </a:xfrm>
        </p:spPr>
        <p:txBody>
          <a:bodyPr anchor="b">
            <a:normAutofit/>
          </a:bodyPr>
          <a:lstStyle/>
          <a:p>
            <a:pPr algn="l"/>
            <a:r>
              <a:rPr lang="en-IN" sz="5700"/>
              <a:t>Agentic AI</a:t>
            </a:r>
          </a:p>
        </p:txBody>
      </p:sp>
      <p:sp>
        <p:nvSpPr>
          <p:cNvPr id="8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sX0" fmla="*/ 0 w 4057650"/>
              <a:gd name="csY0" fmla="*/ 0 h 18288"/>
              <a:gd name="csX1" fmla="*/ 757428 w 4057650"/>
              <a:gd name="csY1" fmla="*/ 0 h 18288"/>
              <a:gd name="csX2" fmla="*/ 1474279 w 4057650"/>
              <a:gd name="csY2" fmla="*/ 0 h 18288"/>
              <a:gd name="csX3" fmla="*/ 2191131 w 4057650"/>
              <a:gd name="csY3" fmla="*/ 0 h 18288"/>
              <a:gd name="csX4" fmla="*/ 2745676 w 4057650"/>
              <a:gd name="csY4" fmla="*/ 0 h 18288"/>
              <a:gd name="csX5" fmla="*/ 3340798 w 4057650"/>
              <a:gd name="csY5" fmla="*/ 0 h 18288"/>
              <a:gd name="csX6" fmla="*/ 4057650 w 4057650"/>
              <a:gd name="csY6" fmla="*/ 0 h 18288"/>
              <a:gd name="csX7" fmla="*/ 4057650 w 4057650"/>
              <a:gd name="csY7" fmla="*/ 18288 h 18288"/>
              <a:gd name="csX8" fmla="*/ 3381375 w 4057650"/>
              <a:gd name="csY8" fmla="*/ 18288 h 18288"/>
              <a:gd name="csX9" fmla="*/ 2826830 w 4057650"/>
              <a:gd name="csY9" fmla="*/ 18288 h 18288"/>
              <a:gd name="csX10" fmla="*/ 2272284 w 4057650"/>
              <a:gd name="csY10" fmla="*/ 18288 h 18288"/>
              <a:gd name="csX11" fmla="*/ 1555432 w 4057650"/>
              <a:gd name="csY11" fmla="*/ 18288 h 18288"/>
              <a:gd name="csX12" fmla="*/ 960310 w 4057650"/>
              <a:gd name="csY12" fmla="*/ 18288 h 18288"/>
              <a:gd name="csX13" fmla="*/ 0 w 4057650"/>
              <a:gd name="csY13" fmla="*/ 18288 h 18288"/>
              <a:gd name="csX14" fmla="*/ 0 w 405765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Introduction to Agentic AI</a:t>
            </a:r>
          </a:p>
        </p:txBody>
      </p:sp>
      <p:sp>
        <p:nvSpPr>
          <p:cNvPr id="7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pPr>
              <a:lnSpc>
                <a:spcPct val="90000"/>
              </a:lnSpc>
            </a:pPr>
            <a:r>
              <a:rPr lang="en-US" sz="1600" b="1"/>
              <a:t>What is Artificial Intelligence</a:t>
            </a:r>
          </a:p>
          <a:p>
            <a:pPr marL="457200" lvl="1" indent="0">
              <a:lnSpc>
                <a:spcPct val="90000"/>
              </a:lnSpc>
              <a:buNone/>
            </a:pPr>
            <a:r>
              <a:rPr lang="en-US" sz="1600"/>
              <a:t>Agentic AI, or autonomous AI, is a type of artificial intelligence that runs independently to design, execute, and optimize workflows – allowing enterprises to more effectively make decisions and get work done. AI agents can make decisions, plan, and adapt to achieve predefined goals - with little human intervention or completely autonomously. </a:t>
            </a:r>
          </a:p>
          <a:p>
            <a:pPr>
              <a:lnSpc>
                <a:spcPct val="90000"/>
              </a:lnSpc>
            </a:pPr>
            <a:r>
              <a:rPr lang="en-US" sz="1600" b="1"/>
              <a:t>Agentic AI</a:t>
            </a:r>
          </a:p>
          <a:p>
            <a:pPr lvl="1">
              <a:lnSpc>
                <a:spcPct val="90000"/>
              </a:lnSpc>
            </a:pPr>
            <a:r>
              <a:rPr lang="en-US" sz="1600"/>
              <a:t>Operates autonomously, making decisions and pursuing goals, asking for human guidance when needed</a:t>
            </a:r>
          </a:p>
          <a:p>
            <a:pPr lvl="1">
              <a:lnSpc>
                <a:spcPct val="90000"/>
              </a:lnSpc>
            </a:pPr>
            <a:r>
              <a:rPr lang="en-US" sz="1600"/>
              <a:t>Analyzes situations and finds the best path for moving forward</a:t>
            </a:r>
          </a:p>
          <a:p>
            <a:pPr lvl="1">
              <a:lnSpc>
                <a:spcPct val="90000"/>
              </a:lnSpc>
            </a:pPr>
            <a:r>
              <a:rPr lang="en-US" sz="1600"/>
              <a:t>Designs, executes, and optimizes workflows to achieve specific objectives</a:t>
            </a:r>
          </a:p>
          <a:p>
            <a:pPr lvl="1">
              <a:lnSpc>
                <a:spcPct val="90000"/>
              </a:lnSpc>
            </a:pPr>
            <a:r>
              <a:rPr lang="en-US" sz="1600"/>
              <a:t>Adapts to changes and continuously self-improves</a:t>
            </a:r>
          </a:p>
          <a:p>
            <a:pPr>
              <a:lnSpc>
                <a:spcPct val="90000"/>
              </a:lnSpc>
            </a:pPr>
            <a:r>
              <a:rPr lang="en-US" sz="1600" b="1"/>
              <a:t>Traditional AI</a:t>
            </a:r>
          </a:p>
          <a:p>
            <a:pPr lvl="1">
              <a:lnSpc>
                <a:spcPct val="90000"/>
              </a:lnSpc>
            </a:pPr>
            <a:r>
              <a:rPr lang="en-US" sz="1600"/>
              <a:t>Provides valuable insights based on data</a:t>
            </a:r>
          </a:p>
          <a:p>
            <a:pPr lvl="1">
              <a:lnSpc>
                <a:spcPct val="90000"/>
              </a:lnSpc>
            </a:pPr>
            <a:r>
              <a:rPr lang="en-US" sz="1600"/>
              <a:t>Is a key ingredient in more sophistic Agentic AI systems</a:t>
            </a:r>
          </a:p>
          <a:p>
            <a:pPr lvl="1">
              <a:lnSpc>
                <a:spcPct val="90000"/>
              </a:lnSpc>
            </a:pPr>
            <a:r>
              <a:rPr lang="en-US" sz="1600"/>
              <a:t>Automates or assists with specific, simple tasks</a:t>
            </a:r>
          </a:p>
          <a:p>
            <a:pPr lvl="1">
              <a:lnSpc>
                <a:spcPct val="90000"/>
              </a:lnSpc>
            </a:pPr>
            <a:r>
              <a:rPr lang="en-US" sz="1600"/>
              <a:t>Often requires manual retraining to adapt to changes in its environment</a:t>
            </a:r>
          </a:p>
          <a:p>
            <a:pPr lvl="1">
              <a:lnSpc>
                <a:spcPct val="90000"/>
              </a:lnSpc>
            </a:pPr>
            <a:endParaRPr lang="en-US" sz="1600"/>
          </a:p>
          <a:p>
            <a:pPr marL="457200" lvl="1" indent="0">
              <a:lnSpc>
                <a:spcPct val="90000"/>
              </a:lnSpc>
              <a:buNone/>
            </a:pP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c 3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BEC6A93-5326-9596-DF40-DB8B69307735}"/>
              </a:ext>
            </a:extLst>
          </p:cNvPr>
          <p:cNvSpPr>
            <a:spLocks noGrp="1"/>
          </p:cNvSpPr>
          <p:nvPr>
            <p:ph idx="1"/>
          </p:nvPr>
        </p:nvSpPr>
        <p:spPr>
          <a:xfrm>
            <a:off x="2556933" y="591345"/>
            <a:ext cx="5958416" cy="5504656"/>
          </a:xfrm>
        </p:spPr>
        <p:txBody>
          <a:bodyPr anchor="ctr">
            <a:noAutofit/>
          </a:bodyPr>
          <a:lstStyle/>
          <a:p>
            <a:pPr marL="0" indent="0">
              <a:lnSpc>
                <a:spcPct val="90000"/>
              </a:lnSpc>
              <a:buNone/>
            </a:pPr>
            <a:br>
              <a:rPr lang="en-IN" sz="1400" dirty="0"/>
            </a:br>
            <a:endParaRPr lang="en-IN" sz="1400" dirty="0"/>
          </a:p>
          <a:p>
            <a:pPr marL="0" indent="0">
              <a:lnSpc>
                <a:spcPct val="90000"/>
              </a:lnSpc>
              <a:buNone/>
            </a:pPr>
            <a:r>
              <a:rPr lang="en-IN" sz="1400" b="1" dirty="0"/>
              <a:t> </a:t>
            </a:r>
            <a:r>
              <a:rPr lang="en-IN" sz="1600" b="1" dirty="0"/>
              <a:t>Agent Architecture</a:t>
            </a:r>
            <a:endParaRPr lang="en-IN" sz="1600" dirty="0"/>
          </a:p>
          <a:p>
            <a:pPr marL="0" indent="0">
              <a:lnSpc>
                <a:spcPct val="90000"/>
              </a:lnSpc>
              <a:buNone/>
            </a:pPr>
            <a:r>
              <a:rPr lang="en-IN" sz="1400" dirty="0"/>
              <a:t>      Agent architecture defines </a:t>
            </a:r>
            <a:r>
              <a:rPr lang="en-IN" sz="1400" b="1" dirty="0"/>
              <a:t>how an agent is built internally</a:t>
            </a:r>
            <a:r>
              <a:rPr lang="en-IN" sz="1400" dirty="0"/>
              <a:t>.</a:t>
            </a:r>
          </a:p>
          <a:p>
            <a:pPr lvl="1">
              <a:lnSpc>
                <a:spcPct val="90000"/>
              </a:lnSpc>
            </a:pPr>
            <a:r>
              <a:rPr lang="en-IN" sz="1400" dirty="0"/>
              <a:t>Common architectural models include:</a:t>
            </a:r>
          </a:p>
          <a:p>
            <a:pPr lvl="2">
              <a:lnSpc>
                <a:spcPct val="90000"/>
              </a:lnSpc>
            </a:pPr>
            <a:r>
              <a:rPr lang="en-IN" sz="1400" b="1" dirty="0"/>
              <a:t>1. Reactive Architecture</a:t>
            </a:r>
            <a:endParaRPr lang="en-IN" sz="1400" dirty="0"/>
          </a:p>
          <a:p>
            <a:pPr lvl="3">
              <a:lnSpc>
                <a:spcPct val="90000"/>
              </a:lnSpc>
            </a:pPr>
            <a:r>
              <a:rPr lang="en-IN" sz="1400" dirty="0"/>
              <a:t>No long‑term memory</a:t>
            </a:r>
          </a:p>
          <a:p>
            <a:pPr lvl="3">
              <a:lnSpc>
                <a:spcPct val="90000"/>
              </a:lnSpc>
            </a:pPr>
            <a:r>
              <a:rPr lang="en-IN" sz="1400" dirty="0"/>
              <a:t>Fast but limited intelligence</a:t>
            </a:r>
          </a:p>
          <a:p>
            <a:pPr lvl="2">
              <a:lnSpc>
                <a:spcPct val="90000"/>
              </a:lnSpc>
            </a:pPr>
            <a:r>
              <a:rPr lang="en-IN" sz="1400" b="1" dirty="0"/>
              <a:t>2. Deliberative (Model‑Based) Architecture</a:t>
            </a:r>
            <a:endParaRPr lang="en-IN" sz="1400" dirty="0"/>
          </a:p>
          <a:p>
            <a:pPr lvl="3">
              <a:lnSpc>
                <a:spcPct val="90000"/>
              </a:lnSpc>
            </a:pPr>
            <a:r>
              <a:rPr lang="en-IN" sz="1400" dirty="0"/>
              <a:t>Maintains internal models</a:t>
            </a:r>
          </a:p>
          <a:p>
            <a:pPr lvl="3">
              <a:lnSpc>
                <a:spcPct val="90000"/>
              </a:lnSpc>
            </a:pPr>
            <a:r>
              <a:rPr lang="en-IN" sz="1400" dirty="0"/>
              <a:t>Performs reasoning and planning</a:t>
            </a:r>
          </a:p>
          <a:p>
            <a:pPr lvl="3">
              <a:lnSpc>
                <a:spcPct val="90000"/>
              </a:lnSpc>
            </a:pPr>
            <a:r>
              <a:rPr lang="en-IN" sz="1400" dirty="0"/>
              <a:t>Slower but more intelligent</a:t>
            </a:r>
          </a:p>
          <a:p>
            <a:pPr lvl="2">
              <a:lnSpc>
                <a:spcPct val="90000"/>
              </a:lnSpc>
            </a:pPr>
            <a:r>
              <a:rPr lang="en-IN" sz="1400" b="1" dirty="0"/>
              <a:t>3. Hybrid Architecture</a:t>
            </a:r>
            <a:endParaRPr lang="en-IN" sz="1400" dirty="0"/>
          </a:p>
          <a:p>
            <a:pPr lvl="3">
              <a:lnSpc>
                <a:spcPct val="90000"/>
              </a:lnSpc>
            </a:pPr>
            <a:r>
              <a:rPr lang="en-IN" sz="1400" dirty="0"/>
              <a:t>Combines reactive &amp; deliberative layers</a:t>
            </a:r>
          </a:p>
          <a:p>
            <a:pPr lvl="3">
              <a:lnSpc>
                <a:spcPct val="90000"/>
              </a:lnSpc>
            </a:pPr>
            <a:r>
              <a:rPr lang="en-IN" sz="1400" dirty="0"/>
              <a:t>Most common in modern Agentic AI</a:t>
            </a:r>
          </a:p>
          <a:p>
            <a:pPr lvl="3">
              <a:lnSpc>
                <a:spcPct val="90000"/>
              </a:lnSpc>
            </a:pPr>
            <a:r>
              <a:rPr lang="en-IN" sz="1400" dirty="0"/>
              <a:t>Balances speed and intelligence</a:t>
            </a:r>
          </a:p>
          <a:p>
            <a:pPr lvl="2">
              <a:lnSpc>
                <a:spcPct val="90000"/>
              </a:lnSpc>
            </a:pPr>
            <a:r>
              <a:rPr lang="en-IN" sz="1400" b="1" dirty="0"/>
              <a:t>4. LLM‑based Cognitive Architecture</a:t>
            </a:r>
            <a:endParaRPr lang="en-IN" sz="1400" dirty="0"/>
          </a:p>
          <a:p>
            <a:pPr lvl="3">
              <a:lnSpc>
                <a:spcPct val="90000"/>
              </a:lnSpc>
            </a:pPr>
            <a:r>
              <a:rPr lang="en-IN" sz="1400" dirty="0"/>
              <a:t>Uses large language models for: </a:t>
            </a:r>
          </a:p>
          <a:p>
            <a:pPr lvl="4">
              <a:lnSpc>
                <a:spcPct val="90000"/>
              </a:lnSpc>
            </a:pPr>
            <a:r>
              <a:rPr lang="en-IN" sz="1400" dirty="0"/>
              <a:t>Planning</a:t>
            </a:r>
          </a:p>
          <a:p>
            <a:pPr lvl="4">
              <a:lnSpc>
                <a:spcPct val="90000"/>
              </a:lnSpc>
            </a:pPr>
            <a:r>
              <a:rPr lang="en-IN" sz="1400" dirty="0"/>
              <a:t>Reasoning</a:t>
            </a:r>
          </a:p>
          <a:p>
            <a:pPr lvl="4">
              <a:lnSpc>
                <a:spcPct val="90000"/>
              </a:lnSpc>
            </a:pPr>
            <a:r>
              <a:rPr lang="en-IN" sz="1400" dirty="0"/>
              <a:t>Tool use</a:t>
            </a:r>
          </a:p>
          <a:p>
            <a:pPr lvl="4">
              <a:lnSpc>
                <a:spcPct val="90000"/>
              </a:lnSpc>
            </a:pPr>
            <a:r>
              <a:rPr lang="en-IN" sz="1400" dirty="0"/>
              <a:t>Memory retrieval</a:t>
            </a:r>
          </a:p>
          <a:p>
            <a:pPr lvl="3">
              <a:lnSpc>
                <a:spcPct val="90000"/>
              </a:lnSpc>
            </a:pPr>
            <a:r>
              <a:rPr lang="en-IN" sz="1400" dirty="0"/>
              <a:t>Central to modern agent frameworks like: </a:t>
            </a:r>
          </a:p>
          <a:p>
            <a:pPr lvl="4">
              <a:lnSpc>
                <a:spcPct val="90000"/>
              </a:lnSpc>
            </a:pPr>
            <a:r>
              <a:rPr lang="en-IN" sz="1400" dirty="0" err="1"/>
              <a:t>AutoGPT</a:t>
            </a:r>
            <a:endParaRPr lang="en-IN" sz="1400" dirty="0"/>
          </a:p>
          <a:p>
            <a:pPr lvl="4">
              <a:lnSpc>
                <a:spcPct val="90000"/>
              </a:lnSpc>
            </a:pPr>
            <a:r>
              <a:rPr lang="en-IN" sz="1400" dirty="0" err="1"/>
              <a:t>LangChain</a:t>
            </a:r>
            <a:endParaRPr lang="en-IN" sz="1400" dirty="0"/>
          </a:p>
          <a:p>
            <a:pPr lvl="4">
              <a:lnSpc>
                <a:spcPct val="90000"/>
              </a:lnSpc>
            </a:pPr>
            <a:r>
              <a:rPr lang="en-IN" sz="1400" dirty="0"/>
              <a:t>Microsoft </a:t>
            </a:r>
            <a:r>
              <a:rPr lang="en-IN" sz="1400" dirty="0" err="1"/>
              <a:t>AutoGen</a:t>
            </a:r>
            <a:endParaRPr lang="en-IN" sz="1400" dirty="0"/>
          </a:p>
          <a:p>
            <a:pPr lvl="4">
              <a:lnSpc>
                <a:spcPct val="90000"/>
              </a:lnSpc>
            </a:pPr>
            <a:r>
              <a:rPr lang="en-IN" sz="1400" dirty="0" err="1"/>
              <a:t>LangGraph</a:t>
            </a:r>
            <a:endParaRPr lang="en-IN" sz="1400" dirty="0"/>
          </a:p>
          <a:p>
            <a:pPr marL="0" indent="0">
              <a:lnSpc>
                <a:spcPct val="90000"/>
              </a:lnSpc>
              <a:buNone/>
            </a:pPr>
            <a:endParaRPr lang="en-IN" sz="1400" dirty="0"/>
          </a:p>
          <a:p>
            <a:pPr>
              <a:lnSpc>
                <a:spcPct val="90000"/>
              </a:lnSpc>
            </a:pPr>
            <a:endParaRPr lang="en-IN" sz="1400" dirty="0"/>
          </a:p>
        </p:txBody>
      </p:sp>
    </p:spTree>
    <p:extLst>
      <p:ext uri="{BB962C8B-B14F-4D97-AF65-F5344CB8AC3E}">
        <p14:creationId xmlns:p14="http://schemas.microsoft.com/office/powerpoint/2010/main" val="3445532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D5911F-30AE-D20E-CF92-3CCA103501DD}"/>
              </a:ext>
            </a:extLst>
          </p:cNvPr>
          <p:cNvSpPr>
            <a:spLocks noGrp="1"/>
          </p:cNvSpPr>
          <p:nvPr>
            <p:ph type="title"/>
          </p:nvPr>
        </p:nvSpPr>
        <p:spPr>
          <a:xfrm>
            <a:off x="628650" y="365125"/>
            <a:ext cx="7886700" cy="1325563"/>
          </a:xfrm>
        </p:spPr>
        <p:txBody>
          <a:bodyPr>
            <a:normAutofit/>
          </a:bodyPr>
          <a:lstStyle/>
          <a:p>
            <a:pPr>
              <a:lnSpc>
                <a:spcPct val="90000"/>
              </a:lnSpc>
            </a:pPr>
            <a:r>
              <a:rPr lang="en-IN" sz="4300" b="1" dirty="0"/>
              <a:t>Why is agentic AI important?</a:t>
            </a:r>
            <a:br>
              <a:rPr lang="en-IN" sz="4300" dirty="0"/>
            </a:br>
            <a:endParaRPr lang="en-IN" sz="43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56B2A2-6F8F-958C-A9B7-5A3EA4B6B316}"/>
              </a:ext>
            </a:extLst>
          </p:cNvPr>
          <p:cNvSpPr>
            <a:spLocks noGrp="1"/>
          </p:cNvSpPr>
          <p:nvPr>
            <p:ph idx="1"/>
          </p:nvPr>
        </p:nvSpPr>
        <p:spPr>
          <a:xfrm>
            <a:off x="628650" y="1929384"/>
            <a:ext cx="7886700" cy="4251960"/>
          </a:xfrm>
        </p:spPr>
        <p:txBody>
          <a:bodyPr>
            <a:normAutofit/>
          </a:bodyPr>
          <a:lstStyle/>
          <a:p>
            <a:pPr>
              <a:lnSpc>
                <a:spcPct val="90000"/>
              </a:lnSpc>
            </a:pPr>
            <a:r>
              <a:rPr lang="en-IN" sz="1300"/>
              <a:t>Companies struggle with the complexity and cost of operations. Agentic AI uses intelligence to take action, </a:t>
            </a:r>
            <a:r>
              <a:rPr lang="en-IN" sz="1300" u="sng"/>
              <a:t>streamlining operations</a:t>
            </a:r>
            <a:r>
              <a:rPr lang="en-IN" sz="1300"/>
              <a:t> by making decisions and getting work done automatically – and bringing organizations closer to the model of the </a:t>
            </a:r>
            <a:r>
              <a:rPr lang="en-IN" sz="1300" u="sng"/>
              <a:t>autonomous enterprise</a:t>
            </a:r>
            <a:r>
              <a:rPr lang="en-IN" sz="1300"/>
              <a:t>.</a:t>
            </a:r>
          </a:p>
          <a:p>
            <a:pPr lvl="1">
              <a:lnSpc>
                <a:spcPct val="90000"/>
              </a:lnSpc>
            </a:pPr>
            <a:r>
              <a:rPr lang="en-IN" sz="1300" b="1"/>
              <a:t>Benefits of agentic AI</a:t>
            </a:r>
            <a:endParaRPr lang="en-IN" sz="1300"/>
          </a:p>
          <a:p>
            <a:pPr lvl="2">
              <a:lnSpc>
                <a:spcPct val="90000"/>
              </a:lnSpc>
            </a:pPr>
            <a:r>
              <a:rPr lang="en-IN" sz="1300" b="1"/>
              <a:t>Increased efficiency </a:t>
            </a:r>
            <a:br>
              <a:rPr lang="en-IN" sz="1300"/>
            </a:br>
            <a:r>
              <a:rPr lang="en-IN" sz="1300"/>
              <a:t>By </a:t>
            </a:r>
            <a:r>
              <a:rPr lang="en-IN" sz="1300" u="sng"/>
              <a:t>automating workflows</a:t>
            </a:r>
            <a:r>
              <a:rPr lang="en-IN" sz="1300"/>
              <a:t> and making </a:t>
            </a:r>
            <a:r>
              <a:rPr lang="en-IN" sz="1300" u="sng"/>
              <a:t>real-time decisions</a:t>
            </a:r>
            <a:r>
              <a:rPr lang="en-IN" sz="1300"/>
              <a:t>, AI agents enable straight-through processing – transforming your enterprise into an operations powerhouse.</a:t>
            </a:r>
          </a:p>
          <a:p>
            <a:pPr lvl="2">
              <a:lnSpc>
                <a:spcPct val="90000"/>
              </a:lnSpc>
            </a:pPr>
            <a:r>
              <a:rPr lang="en-IN" sz="1300" b="1"/>
              <a:t>Enhanced self-service</a:t>
            </a:r>
            <a:br>
              <a:rPr lang="en-IN" sz="1300"/>
            </a:br>
            <a:r>
              <a:rPr lang="en-IN" sz="1300"/>
              <a:t>When engaging with a </a:t>
            </a:r>
            <a:r>
              <a:rPr lang="en-IN" sz="1300" u="sng"/>
              <a:t>chatbot</a:t>
            </a:r>
            <a:r>
              <a:rPr lang="en-IN" sz="1300"/>
              <a:t>, agentic AI understands the customer’s intent and guides them to resolve their own service cases or workflows without escalating to a live agent.</a:t>
            </a:r>
          </a:p>
          <a:p>
            <a:pPr lvl="2">
              <a:lnSpc>
                <a:spcPct val="90000"/>
              </a:lnSpc>
            </a:pPr>
            <a:r>
              <a:rPr lang="en-IN" sz="1300" b="1"/>
              <a:t>Maximized employee performance</a:t>
            </a:r>
            <a:br>
              <a:rPr lang="en-IN" sz="1300"/>
            </a:br>
            <a:r>
              <a:rPr lang="en-IN" sz="1300"/>
              <a:t>By understanding complex situations, AI agents can </a:t>
            </a:r>
            <a:r>
              <a:rPr lang="en-IN" sz="1300" u="sng"/>
              <a:t>guide employees</a:t>
            </a:r>
            <a:r>
              <a:rPr lang="en-IN" sz="1300"/>
              <a:t> with next steps for advancing their work assignments – based on your company’s policies and best practices.</a:t>
            </a:r>
          </a:p>
          <a:p>
            <a:pPr lvl="2">
              <a:lnSpc>
                <a:spcPct val="90000"/>
              </a:lnSpc>
            </a:pPr>
            <a:r>
              <a:rPr lang="en-IN" sz="1300" b="1"/>
              <a:t>Better and faster workflow design</a:t>
            </a:r>
            <a:br>
              <a:rPr lang="en-IN" sz="1300"/>
            </a:br>
            <a:r>
              <a:rPr lang="en-IN" sz="1300"/>
              <a:t>Agentic AI – can suggest workflow designs based on industry best practices, both accelerating speed to market and acting as a creative partner to developers.</a:t>
            </a:r>
          </a:p>
          <a:p>
            <a:pPr lvl="2">
              <a:lnSpc>
                <a:spcPct val="90000"/>
              </a:lnSpc>
            </a:pPr>
            <a:r>
              <a:rPr lang="en-IN" sz="1300" b="1"/>
              <a:t>Hyper-personalize engagement</a:t>
            </a:r>
            <a:br>
              <a:rPr lang="en-IN" sz="1300"/>
            </a:br>
            <a:r>
              <a:rPr lang="en-IN" sz="1300"/>
              <a:t>By analyzing vast amounts of data, AI agents can </a:t>
            </a:r>
            <a:r>
              <a:rPr lang="en-IN" sz="1300" u="sng"/>
              <a:t>understand the needs of customers</a:t>
            </a:r>
            <a:r>
              <a:rPr lang="en-IN" sz="1300"/>
              <a:t> and determine the best course of action in real time, for highly personalized experiences.</a:t>
            </a:r>
          </a:p>
          <a:p>
            <a:pPr marL="0" indent="0">
              <a:lnSpc>
                <a:spcPct val="90000"/>
              </a:lnSpc>
              <a:buNone/>
            </a:pPr>
            <a:r>
              <a:rPr lang="en-IN" sz="1300"/>
              <a:t> </a:t>
            </a:r>
          </a:p>
          <a:p>
            <a:pPr>
              <a:lnSpc>
                <a:spcPct val="90000"/>
              </a:lnSpc>
            </a:pPr>
            <a:endParaRPr lang="en-IN" sz="1300"/>
          </a:p>
          <a:p>
            <a:pPr>
              <a:lnSpc>
                <a:spcPct val="90000"/>
              </a:lnSpc>
            </a:pPr>
            <a:endParaRPr lang="en-IN" sz="1300"/>
          </a:p>
        </p:txBody>
      </p:sp>
    </p:spTree>
    <p:extLst>
      <p:ext uri="{BB962C8B-B14F-4D97-AF65-F5344CB8AC3E}">
        <p14:creationId xmlns:p14="http://schemas.microsoft.com/office/powerpoint/2010/main" val="3798422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FB50B0-F01A-5506-A31E-23C322EEE802}"/>
              </a:ext>
            </a:extLst>
          </p:cNvPr>
          <p:cNvSpPr>
            <a:spLocks noGrp="1"/>
          </p:cNvSpPr>
          <p:nvPr>
            <p:ph type="title"/>
          </p:nvPr>
        </p:nvSpPr>
        <p:spPr>
          <a:xfrm>
            <a:off x="628650" y="556995"/>
            <a:ext cx="7886700" cy="1133693"/>
          </a:xfrm>
        </p:spPr>
        <p:txBody>
          <a:bodyPr>
            <a:normAutofit/>
          </a:bodyPr>
          <a:lstStyle/>
          <a:p>
            <a:pPr>
              <a:lnSpc>
                <a:spcPct val="90000"/>
              </a:lnSpc>
            </a:pPr>
            <a:r>
              <a:rPr lang="en-IN" sz="3500" b="1" dirty="0"/>
              <a:t>Agentic AI capabilities</a:t>
            </a:r>
            <a:br>
              <a:rPr lang="en-IN" sz="3500" dirty="0"/>
            </a:br>
            <a:endParaRPr lang="en-IN" sz="3500" dirty="0"/>
          </a:p>
        </p:txBody>
      </p:sp>
      <p:graphicFrame>
        <p:nvGraphicFramePr>
          <p:cNvPr id="5" name="Content Placeholder 2">
            <a:extLst>
              <a:ext uri="{FF2B5EF4-FFF2-40B4-BE49-F238E27FC236}">
                <a16:creationId xmlns:a16="http://schemas.microsoft.com/office/drawing/2014/main" id="{62EF5E37-E1BC-9116-4E03-CEA178EE8DB1}"/>
              </a:ext>
            </a:extLst>
          </p:cNvPr>
          <p:cNvGraphicFramePr>
            <a:graphicFrameLocks noGrp="1"/>
          </p:cNvGraphicFramePr>
          <p:nvPr>
            <p:ph idx="1"/>
            <p:extLst>
              <p:ext uri="{D42A27DB-BD31-4B8C-83A1-F6EECF244321}">
                <p14:modId xmlns:p14="http://schemas.microsoft.com/office/powerpoint/2010/main" val="216774071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9157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194B9-0488-90E5-7C79-998CC20A4439}"/>
              </a:ext>
            </a:extLst>
          </p:cNvPr>
          <p:cNvSpPr>
            <a:spLocks noGrp="1"/>
          </p:cNvSpPr>
          <p:nvPr>
            <p:ph type="title"/>
          </p:nvPr>
        </p:nvSpPr>
        <p:spPr>
          <a:xfrm>
            <a:off x="628650" y="365125"/>
            <a:ext cx="7886700" cy="1325563"/>
          </a:xfrm>
        </p:spPr>
        <p:txBody>
          <a:bodyPr>
            <a:normAutofit/>
          </a:bodyPr>
          <a:lstStyle/>
          <a:p>
            <a:pPr>
              <a:lnSpc>
                <a:spcPct val="90000"/>
              </a:lnSpc>
            </a:pPr>
            <a:r>
              <a:rPr lang="en-US" sz="2900" b="1" dirty="0"/>
              <a:t>What are some risks associated with agentic AI?</a:t>
            </a:r>
            <a:br>
              <a:rPr lang="en-US" sz="2900" b="1" dirty="0"/>
            </a:br>
            <a:endParaRPr lang="en-IN" sz="29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20840A0-F31F-136C-C3EB-74B1C1331171}"/>
              </a:ext>
            </a:extLst>
          </p:cNvPr>
          <p:cNvSpPr>
            <a:spLocks noGrp="1"/>
          </p:cNvSpPr>
          <p:nvPr>
            <p:ph idx="1"/>
          </p:nvPr>
        </p:nvSpPr>
        <p:spPr>
          <a:xfrm>
            <a:off x="628650" y="1929384"/>
            <a:ext cx="7886700" cy="4251960"/>
          </a:xfrm>
        </p:spPr>
        <p:txBody>
          <a:bodyPr>
            <a:normAutofit/>
          </a:bodyPr>
          <a:lstStyle/>
          <a:p>
            <a:r>
              <a:rPr lang="en-US" sz="1900"/>
              <a:t>Based on large action models (LAMs), agentic AI’s complexity presents some risks to enterprises. AI agents, who are capable of acting autonomously, confront businesses with additional risk.</a:t>
            </a:r>
          </a:p>
          <a:p>
            <a:pPr lvl="1"/>
            <a:r>
              <a:rPr lang="en-US" sz="1900" b="1"/>
              <a:t>Inaccuracy and ethical failures</a:t>
            </a:r>
            <a:br>
              <a:rPr lang="en-US" sz="1900"/>
            </a:br>
            <a:r>
              <a:rPr lang="en-US" sz="1900"/>
              <a:t>AI agents may act erroneously or unethically and can carry out unintended actions that harm your business.</a:t>
            </a:r>
          </a:p>
          <a:p>
            <a:pPr lvl="1"/>
            <a:r>
              <a:rPr lang="en-US" sz="1900" b="1"/>
              <a:t>Opacity and loss of control</a:t>
            </a:r>
            <a:br>
              <a:rPr lang="en-US" sz="1900"/>
            </a:br>
            <a:r>
              <a:rPr lang="en-US" sz="1900"/>
              <a:t>The complexity of agentic AI can make it difficult to understand and manage – and its autonomy can make it difficult to control.</a:t>
            </a:r>
          </a:p>
          <a:p>
            <a:pPr lvl="1"/>
            <a:r>
              <a:rPr lang="en-US" sz="1900" b="1"/>
              <a:t>Security and compliance</a:t>
            </a:r>
            <a:br>
              <a:rPr lang="en-US" sz="1900"/>
            </a:br>
            <a:r>
              <a:rPr lang="en-US" sz="1900"/>
              <a:t>AI systems can suffer from security threats and data breaches. AI agents may produce outcomes that violate regulatory compliance or create liability issues.</a:t>
            </a:r>
          </a:p>
          <a:p>
            <a:endParaRPr lang="en-IN" sz="1900"/>
          </a:p>
        </p:txBody>
      </p:sp>
    </p:spTree>
    <p:extLst>
      <p:ext uri="{BB962C8B-B14F-4D97-AF65-F5344CB8AC3E}">
        <p14:creationId xmlns:p14="http://schemas.microsoft.com/office/powerpoint/2010/main" val="212171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3E84E6-9472-022B-6EA6-1D6FC9B2C8F6}"/>
              </a:ext>
            </a:extLst>
          </p:cNvPr>
          <p:cNvSpPr>
            <a:spLocks noGrp="1"/>
          </p:cNvSpPr>
          <p:nvPr>
            <p:ph type="title"/>
          </p:nvPr>
        </p:nvSpPr>
        <p:spPr>
          <a:xfrm>
            <a:off x="628650" y="365125"/>
            <a:ext cx="7886700" cy="1325563"/>
          </a:xfrm>
        </p:spPr>
        <p:txBody>
          <a:bodyPr>
            <a:normAutofit/>
          </a:bodyPr>
          <a:lstStyle/>
          <a:p>
            <a:pPr>
              <a:lnSpc>
                <a:spcPct val="90000"/>
              </a:lnSpc>
            </a:pPr>
            <a:r>
              <a:rPr lang="en-US" sz="4300" b="1"/>
              <a:t>How to mitigate the risks</a:t>
            </a:r>
            <a:br>
              <a:rPr lang="en-US" sz="4300" b="1"/>
            </a:br>
            <a:endParaRPr lang="en-IN" sz="43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D8960B6-7823-90D0-E289-62FB16A1CE30}"/>
              </a:ext>
            </a:extLst>
          </p:cNvPr>
          <p:cNvSpPr>
            <a:spLocks noGrp="1"/>
          </p:cNvSpPr>
          <p:nvPr>
            <p:ph idx="1"/>
          </p:nvPr>
        </p:nvSpPr>
        <p:spPr>
          <a:xfrm>
            <a:off x="628650" y="1929384"/>
            <a:ext cx="7886700" cy="4251960"/>
          </a:xfrm>
        </p:spPr>
        <p:txBody>
          <a:bodyPr>
            <a:normAutofit/>
          </a:bodyPr>
          <a:lstStyle/>
          <a:p>
            <a:r>
              <a:rPr lang="en-US" sz="1900" b="1"/>
              <a:t>Ensure transparency and human oversight</a:t>
            </a:r>
            <a:br>
              <a:rPr lang="en-US" sz="1900"/>
            </a:br>
            <a:r>
              <a:rPr lang="en-US" sz="1900"/>
              <a:t>AI’s reasoning and decisioning processes must be transparent. Conduct regular audits and exercise human oversight in critical decisions to reduce potential risk.</a:t>
            </a:r>
          </a:p>
          <a:p>
            <a:r>
              <a:rPr lang="en-US" sz="1900" b="1"/>
              <a:t>Bake in Orchestration</a:t>
            </a:r>
            <a:br>
              <a:rPr lang="en-US" sz="1900"/>
            </a:br>
            <a:r>
              <a:rPr lang="en-US" sz="1900"/>
              <a:t>Ensure that agents follow existing best practices and rules by including </a:t>
            </a:r>
            <a:r>
              <a:rPr lang="en-US" sz="1900">
                <a:hlinkClick r:id="rId2"/>
              </a:rPr>
              <a:t>Business Orchestration and Automation Technology (BOAT)</a:t>
            </a:r>
            <a:r>
              <a:rPr lang="en-US" sz="1900"/>
              <a:t> in your architecture.</a:t>
            </a:r>
          </a:p>
          <a:p>
            <a:r>
              <a:rPr lang="en-US" sz="1900" b="1"/>
              <a:t>Develop strong guardrails and security protocols</a:t>
            </a:r>
            <a:br>
              <a:rPr lang="en-US" sz="1900"/>
            </a:br>
            <a:r>
              <a:rPr lang="en-US" sz="1900"/>
              <a:t>Create guardrails to keep AI agents in line with your business needs. Adopt or develop security technologies that control risks.</a:t>
            </a:r>
          </a:p>
          <a:p>
            <a:endParaRPr lang="en-IN" sz="1900"/>
          </a:p>
        </p:txBody>
      </p:sp>
    </p:spTree>
    <p:extLst>
      <p:ext uri="{BB962C8B-B14F-4D97-AF65-F5344CB8AC3E}">
        <p14:creationId xmlns:p14="http://schemas.microsoft.com/office/powerpoint/2010/main" val="201585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CAD419-CAAB-1C80-6E78-902BBD06AF48}"/>
              </a:ext>
            </a:extLst>
          </p:cNvPr>
          <p:cNvSpPr>
            <a:spLocks noGrp="1"/>
          </p:cNvSpPr>
          <p:nvPr>
            <p:ph type="title"/>
          </p:nvPr>
        </p:nvSpPr>
        <p:spPr>
          <a:xfrm>
            <a:off x="628650" y="459863"/>
            <a:ext cx="7886700" cy="1004594"/>
          </a:xfrm>
        </p:spPr>
        <p:txBody>
          <a:bodyPr>
            <a:normAutofit/>
          </a:bodyPr>
          <a:lstStyle/>
          <a:p>
            <a:r>
              <a:rPr lang="en-IN">
                <a:solidFill>
                  <a:srgbClr val="FFFFFF"/>
                </a:solidFill>
              </a:rPr>
              <a:t>Agent Workflow</a:t>
            </a:r>
          </a:p>
        </p:txBody>
      </p:sp>
      <p:sp>
        <p:nvSpPr>
          <p:cNvPr id="27" name="Rectangle: Rounded Corners 26">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22" y="1587970"/>
            <a:ext cx="8274756"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7D79CA2-BC80-0C37-8AC6-895521444480}"/>
              </a:ext>
            </a:extLst>
          </p:cNvPr>
          <p:cNvGraphicFramePr>
            <a:graphicFrameLocks noGrp="1"/>
          </p:cNvGraphicFramePr>
          <p:nvPr>
            <p:ph idx="1"/>
            <p:extLst>
              <p:ext uri="{D42A27DB-BD31-4B8C-83A1-F6EECF244321}">
                <p14:modId xmlns:p14="http://schemas.microsoft.com/office/powerpoint/2010/main" val="852739707"/>
              </p:ext>
            </p:extLst>
          </p:nvPr>
        </p:nvGraphicFramePr>
        <p:xfrm>
          <a:off x="628650" y="1800911"/>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2352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686F18-A3FD-B110-9BDE-592BC0361BD9}"/>
              </a:ext>
            </a:extLst>
          </p:cNvPr>
          <p:cNvSpPr>
            <a:spLocks noGrp="1"/>
          </p:cNvSpPr>
          <p:nvPr>
            <p:ph type="title"/>
          </p:nvPr>
        </p:nvSpPr>
        <p:spPr>
          <a:xfrm>
            <a:off x="630936" y="548640"/>
            <a:ext cx="2700645" cy="5431536"/>
          </a:xfrm>
        </p:spPr>
        <p:txBody>
          <a:bodyPr>
            <a:normAutofit/>
          </a:bodyPr>
          <a:lstStyle/>
          <a:p>
            <a:r>
              <a:rPr lang="en-IN" sz="4300" b="1" dirty="0"/>
              <a:t>Types of Agents </a:t>
            </a:r>
            <a:br>
              <a:rPr lang="en-IN" sz="4300" dirty="0"/>
            </a:br>
            <a:endParaRPr lang="en-IN" sz="4300" dirty="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sX0" fmla="*/ 0 w 4480560"/>
              <a:gd name="csY0" fmla="*/ 0 h 13716"/>
              <a:gd name="csX1" fmla="*/ 595274 w 4480560"/>
              <a:gd name="csY1" fmla="*/ 0 h 13716"/>
              <a:gd name="csX2" fmla="*/ 1100938 w 4480560"/>
              <a:gd name="csY2" fmla="*/ 0 h 13716"/>
              <a:gd name="csX3" fmla="*/ 1651406 w 4480560"/>
              <a:gd name="csY3" fmla="*/ 0 h 13716"/>
              <a:gd name="csX4" fmla="*/ 2336292 w 4480560"/>
              <a:gd name="csY4" fmla="*/ 0 h 13716"/>
              <a:gd name="csX5" fmla="*/ 2931566 w 4480560"/>
              <a:gd name="csY5" fmla="*/ 0 h 13716"/>
              <a:gd name="csX6" fmla="*/ 3482035 w 4480560"/>
              <a:gd name="csY6" fmla="*/ 0 h 13716"/>
              <a:gd name="csX7" fmla="*/ 4480560 w 4480560"/>
              <a:gd name="csY7" fmla="*/ 0 h 13716"/>
              <a:gd name="csX8" fmla="*/ 4480560 w 4480560"/>
              <a:gd name="csY8" fmla="*/ 13716 h 13716"/>
              <a:gd name="csX9" fmla="*/ 3840480 w 4480560"/>
              <a:gd name="csY9" fmla="*/ 13716 h 13716"/>
              <a:gd name="csX10" fmla="*/ 3290011 w 4480560"/>
              <a:gd name="csY10" fmla="*/ 13716 h 13716"/>
              <a:gd name="csX11" fmla="*/ 2560320 w 4480560"/>
              <a:gd name="csY11" fmla="*/ 13716 h 13716"/>
              <a:gd name="csX12" fmla="*/ 1965046 w 4480560"/>
              <a:gd name="csY12" fmla="*/ 13716 h 13716"/>
              <a:gd name="csX13" fmla="*/ 1459382 w 4480560"/>
              <a:gd name="csY13" fmla="*/ 13716 h 13716"/>
              <a:gd name="csX14" fmla="*/ 774497 w 4480560"/>
              <a:gd name="csY14" fmla="*/ 13716 h 13716"/>
              <a:gd name="csX15" fmla="*/ 0 w 4480560"/>
              <a:gd name="csY15" fmla="*/ 13716 h 13716"/>
              <a:gd name="csX16" fmla="*/ 0 w 4480560"/>
              <a:gd name="csY1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7768FD-9735-98CD-5066-4EDDFF1EABBB}"/>
              </a:ext>
            </a:extLst>
          </p:cNvPr>
          <p:cNvSpPr>
            <a:spLocks noGrp="1"/>
          </p:cNvSpPr>
          <p:nvPr>
            <p:ph idx="1"/>
          </p:nvPr>
        </p:nvSpPr>
        <p:spPr>
          <a:xfrm>
            <a:off x="3844813" y="552091"/>
            <a:ext cx="4668251" cy="5431536"/>
          </a:xfrm>
        </p:spPr>
        <p:txBody>
          <a:bodyPr anchor="ctr">
            <a:normAutofit/>
          </a:bodyPr>
          <a:lstStyle/>
          <a:p>
            <a:r>
              <a:rPr lang="en-IN" sz="1900" dirty="0"/>
              <a:t>AI agents can behave differently based on how much information they use, how they decide, and how they adapt. Here are the major types of agents used in intelligent systems.</a:t>
            </a:r>
          </a:p>
          <a:p>
            <a:endParaRPr lang="en-IN" sz="1900" dirty="0"/>
          </a:p>
        </p:txBody>
      </p:sp>
    </p:spTree>
    <p:extLst>
      <p:ext uri="{BB962C8B-B14F-4D97-AF65-F5344CB8AC3E}">
        <p14:creationId xmlns:p14="http://schemas.microsoft.com/office/powerpoint/2010/main" val="859781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C91635-3EE0-06CB-8072-F5863FB8E008}"/>
              </a:ext>
            </a:extLst>
          </p:cNvPr>
          <p:cNvSpPr>
            <a:spLocks noGrp="1"/>
          </p:cNvSpPr>
          <p:nvPr>
            <p:ph type="title"/>
          </p:nvPr>
        </p:nvSpPr>
        <p:spPr>
          <a:xfrm>
            <a:off x="628650" y="365125"/>
            <a:ext cx="7886700" cy="1325563"/>
          </a:xfrm>
        </p:spPr>
        <p:txBody>
          <a:bodyPr>
            <a:normAutofit/>
          </a:bodyPr>
          <a:lstStyle/>
          <a:p>
            <a:r>
              <a:rPr lang="en-IN" sz="4700" b="1"/>
              <a:t>Simple Reflex Agents</a:t>
            </a:r>
            <a:endParaRPr lang="en-IN" sz="47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4B7679-04A8-BA94-1DE6-588693CFBA3A}"/>
              </a:ext>
            </a:extLst>
          </p:cNvPr>
          <p:cNvSpPr>
            <a:spLocks noGrp="1"/>
          </p:cNvSpPr>
          <p:nvPr>
            <p:ph idx="1"/>
          </p:nvPr>
        </p:nvSpPr>
        <p:spPr>
          <a:xfrm>
            <a:off x="628650" y="1929384"/>
            <a:ext cx="7886700" cy="4251960"/>
          </a:xfrm>
        </p:spPr>
        <p:txBody>
          <a:bodyPr>
            <a:normAutofit/>
          </a:bodyPr>
          <a:lstStyle/>
          <a:p>
            <a:pPr marL="0" indent="0">
              <a:lnSpc>
                <a:spcPct val="90000"/>
              </a:lnSpc>
              <a:buNone/>
            </a:pPr>
            <a:r>
              <a:rPr lang="en-IN" sz="1800" b="1" dirty="0"/>
              <a:t>Definition</a:t>
            </a:r>
            <a:br>
              <a:rPr lang="en-IN" sz="1800" dirty="0"/>
            </a:br>
            <a:r>
              <a:rPr lang="en-IN" sz="1800" dirty="0"/>
              <a:t>Agents that act purely based on the </a:t>
            </a:r>
            <a:r>
              <a:rPr lang="en-IN" sz="1800" b="1" dirty="0"/>
              <a:t>current situation</a:t>
            </a:r>
            <a:r>
              <a:rPr lang="en-IN" sz="1800" dirty="0"/>
              <a:t>, without memory or learning.</a:t>
            </a:r>
          </a:p>
          <a:p>
            <a:pPr marL="400050" lvl="1" indent="0">
              <a:lnSpc>
                <a:spcPct val="90000"/>
              </a:lnSpc>
              <a:buNone/>
            </a:pPr>
            <a:r>
              <a:rPr lang="en-IN" sz="1800" b="1" dirty="0"/>
              <a:t>How They Work</a:t>
            </a:r>
            <a:endParaRPr lang="en-IN" sz="1800" dirty="0"/>
          </a:p>
          <a:p>
            <a:pPr lvl="2">
              <a:lnSpc>
                <a:spcPct val="90000"/>
              </a:lnSpc>
            </a:pPr>
            <a:r>
              <a:rPr lang="en-IN" sz="1800" dirty="0"/>
              <a:t>Follow predefined </a:t>
            </a:r>
            <a:r>
              <a:rPr lang="en-IN" sz="1800" b="1" dirty="0"/>
              <a:t>IF–THEN rules</a:t>
            </a:r>
            <a:endParaRPr lang="en-IN" sz="1800" dirty="0"/>
          </a:p>
          <a:p>
            <a:pPr lvl="2">
              <a:lnSpc>
                <a:spcPct val="90000"/>
              </a:lnSpc>
            </a:pPr>
            <a:r>
              <a:rPr lang="en-IN" sz="1800" dirty="0"/>
              <a:t>No internal state</a:t>
            </a:r>
          </a:p>
          <a:p>
            <a:pPr lvl="2">
              <a:lnSpc>
                <a:spcPct val="90000"/>
              </a:lnSpc>
            </a:pPr>
            <a:r>
              <a:rPr lang="en-IN" sz="1800" dirty="0"/>
              <a:t>React instantly to input patterns</a:t>
            </a:r>
          </a:p>
          <a:p>
            <a:pPr marL="400050" lvl="1" indent="0">
              <a:lnSpc>
                <a:spcPct val="90000"/>
              </a:lnSpc>
              <a:buNone/>
            </a:pPr>
            <a:r>
              <a:rPr lang="en-IN" sz="1800" b="1" dirty="0"/>
              <a:t>Advantages</a:t>
            </a:r>
            <a:endParaRPr lang="en-IN" sz="1800" dirty="0"/>
          </a:p>
          <a:p>
            <a:pPr lvl="2">
              <a:lnSpc>
                <a:spcPct val="90000"/>
              </a:lnSpc>
            </a:pPr>
            <a:r>
              <a:rPr lang="en-IN" sz="1800" dirty="0"/>
              <a:t>Fast and lightweight</a:t>
            </a:r>
          </a:p>
          <a:p>
            <a:pPr lvl="2">
              <a:lnSpc>
                <a:spcPct val="90000"/>
              </a:lnSpc>
            </a:pPr>
            <a:r>
              <a:rPr lang="en-IN" sz="1800" dirty="0"/>
              <a:t>Easy to design and implement</a:t>
            </a:r>
          </a:p>
          <a:p>
            <a:pPr marL="400050" lvl="1" indent="0">
              <a:lnSpc>
                <a:spcPct val="90000"/>
              </a:lnSpc>
              <a:buNone/>
            </a:pPr>
            <a:r>
              <a:rPr lang="en-IN" sz="1800" b="1" dirty="0"/>
              <a:t>Limitations</a:t>
            </a:r>
            <a:endParaRPr lang="en-IN" sz="1800" dirty="0"/>
          </a:p>
          <a:p>
            <a:pPr lvl="2">
              <a:lnSpc>
                <a:spcPct val="90000"/>
              </a:lnSpc>
            </a:pPr>
            <a:r>
              <a:rPr lang="en-IN" sz="1800" dirty="0"/>
              <a:t>Cannot handle complex or changing environments</a:t>
            </a:r>
          </a:p>
          <a:p>
            <a:pPr lvl="2">
              <a:lnSpc>
                <a:spcPct val="90000"/>
              </a:lnSpc>
            </a:pPr>
            <a:r>
              <a:rPr lang="en-IN" sz="1800" dirty="0"/>
              <a:t>Fail when the same input requires different actions depending on history</a:t>
            </a:r>
          </a:p>
          <a:p>
            <a:pPr>
              <a:lnSpc>
                <a:spcPct val="90000"/>
              </a:lnSpc>
            </a:pPr>
            <a:endParaRPr lang="en-IN" sz="1800" dirty="0"/>
          </a:p>
        </p:txBody>
      </p:sp>
    </p:spTree>
    <p:extLst>
      <p:ext uri="{BB962C8B-B14F-4D97-AF65-F5344CB8AC3E}">
        <p14:creationId xmlns:p14="http://schemas.microsoft.com/office/powerpoint/2010/main" val="519691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B8716B-DC5F-1876-06DE-085AF446AF2A}"/>
              </a:ext>
            </a:extLst>
          </p:cNvPr>
          <p:cNvSpPr>
            <a:spLocks noGrp="1"/>
          </p:cNvSpPr>
          <p:nvPr>
            <p:ph type="title"/>
          </p:nvPr>
        </p:nvSpPr>
        <p:spPr>
          <a:xfrm>
            <a:off x="628650" y="365125"/>
            <a:ext cx="7886700" cy="1325563"/>
          </a:xfrm>
        </p:spPr>
        <p:txBody>
          <a:bodyPr>
            <a:normAutofit/>
          </a:bodyPr>
          <a:lstStyle/>
          <a:p>
            <a:r>
              <a:rPr lang="en-IN" sz="4700" b="1" dirty="0"/>
              <a:t>Model-Based Agents</a:t>
            </a:r>
            <a:endParaRPr lang="en-IN" sz="47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C7642B-5C4C-778D-17C9-6C12F2352E24}"/>
              </a:ext>
            </a:extLst>
          </p:cNvPr>
          <p:cNvSpPr>
            <a:spLocks noGrp="1"/>
          </p:cNvSpPr>
          <p:nvPr>
            <p:ph idx="1"/>
          </p:nvPr>
        </p:nvSpPr>
        <p:spPr>
          <a:xfrm>
            <a:off x="628650" y="1929384"/>
            <a:ext cx="7886700" cy="4251960"/>
          </a:xfrm>
        </p:spPr>
        <p:txBody>
          <a:bodyPr>
            <a:normAutofit/>
          </a:bodyPr>
          <a:lstStyle/>
          <a:p>
            <a:pPr marL="0" indent="0">
              <a:buNone/>
            </a:pPr>
            <a:r>
              <a:rPr lang="en-IN" sz="1900" b="1"/>
              <a:t>Concept</a:t>
            </a:r>
            <a:br>
              <a:rPr lang="en-IN" sz="1900"/>
            </a:br>
            <a:r>
              <a:rPr lang="en-IN" sz="1900"/>
              <a:t>These agents maintain an </a:t>
            </a:r>
            <a:r>
              <a:rPr lang="en-IN" sz="1900" b="1"/>
              <a:t>internal model</a:t>
            </a:r>
            <a:r>
              <a:rPr lang="en-IN" sz="1900"/>
              <a:t> of the world — a memory of what happened earlier.</a:t>
            </a:r>
          </a:p>
          <a:p>
            <a:pPr marL="400050" lvl="1" indent="0">
              <a:buNone/>
            </a:pPr>
            <a:r>
              <a:rPr lang="en-IN" sz="1900" b="1"/>
              <a:t>How They Work</a:t>
            </a:r>
            <a:endParaRPr lang="en-IN" sz="1900"/>
          </a:p>
          <a:p>
            <a:pPr lvl="2"/>
            <a:r>
              <a:rPr lang="en-IN" sz="1900"/>
              <a:t>Track unobservable parts of the environment</a:t>
            </a:r>
          </a:p>
          <a:p>
            <a:pPr lvl="2"/>
            <a:r>
              <a:rPr lang="en-IN" sz="1900"/>
              <a:t>Update internal state after every action</a:t>
            </a:r>
          </a:p>
          <a:p>
            <a:pPr lvl="2"/>
            <a:r>
              <a:rPr lang="en-IN" sz="1900"/>
              <a:t>Make decisions based on both </a:t>
            </a:r>
            <a:r>
              <a:rPr lang="en-IN" sz="1900" b="1"/>
              <a:t>current input</a:t>
            </a:r>
            <a:r>
              <a:rPr lang="en-IN" sz="1900"/>
              <a:t> and </a:t>
            </a:r>
            <a:r>
              <a:rPr lang="en-IN" sz="1900" b="1"/>
              <a:t>past context</a:t>
            </a:r>
            <a:endParaRPr lang="en-IN" sz="1900"/>
          </a:p>
          <a:p>
            <a:pPr marL="400050" lvl="1" indent="0">
              <a:buNone/>
            </a:pPr>
            <a:r>
              <a:rPr lang="en-IN" sz="1900" b="1"/>
              <a:t>Use Cases</a:t>
            </a:r>
            <a:endParaRPr lang="en-IN" sz="1900"/>
          </a:p>
          <a:p>
            <a:pPr lvl="2"/>
            <a:r>
              <a:rPr lang="en-IN" sz="1900"/>
              <a:t>Navigation robots</a:t>
            </a:r>
          </a:p>
          <a:p>
            <a:pPr lvl="2"/>
            <a:r>
              <a:rPr lang="en-IN" sz="1900"/>
              <a:t>Conversational systems maintaining context</a:t>
            </a:r>
          </a:p>
          <a:p>
            <a:pPr lvl="2"/>
            <a:r>
              <a:rPr lang="en-IN" sz="1900"/>
              <a:t>Game agents keeping track of previous moves</a:t>
            </a:r>
          </a:p>
        </p:txBody>
      </p:sp>
    </p:spTree>
    <p:extLst>
      <p:ext uri="{BB962C8B-B14F-4D97-AF65-F5344CB8AC3E}">
        <p14:creationId xmlns:p14="http://schemas.microsoft.com/office/powerpoint/2010/main" val="2871518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CE083D-88E3-6EA7-93ED-B467B51FB30C}"/>
              </a:ext>
            </a:extLst>
          </p:cNvPr>
          <p:cNvSpPr>
            <a:spLocks noGrp="1"/>
          </p:cNvSpPr>
          <p:nvPr>
            <p:ph type="title"/>
          </p:nvPr>
        </p:nvSpPr>
        <p:spPr>
          <a:xfrm>
            <a:off x="628650" y="365125"/>
            <a:ext cx="7886700" cy="1325563"/>
          </a:xfrm>
        </p:spPr>
        <p:txBody>
          <a:bodyPr>
            <a:normAutofit/>
          </a:bodyPr>
          <a:lstStyle/>
          <a:p>
            <a:pPr>
              <a:lnSpc>
                <a:spcPct val="90000"/>
              </a:lnSpc>
            </a:pPr>
            <a:r>
              <a:rPr lang="en-IN" sz="4300" b="1"/>
              <a:t>Goal-Based Agents</a:t>
            </a:r>
            <a:br>
              <a:rPr lang="en-IN" sz="4300"/>
            </a:br>
            <a:endParaRPr lang="en-IN" sz="43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1F2787F-3647-7FFC-88C5-3982F01CCBC5}"/>
              </a:ext>
            </a:extLst>
          </p:cNvPr>
          <p:cNvSpPr>
            <a:spLocks noGrp="1"/>
          </p:cNvSpPr>
          <p:nvPr>
            <p:ph idx="1"/>
          </p:nvPr>
        </p:nvSpPr>
        <p:spPr>
          <a:xfrm>
            <a:off x="628650" y="1929384"/>
            <a:ext cx="7886700" cy="4251960"/>
          </a:xfrm>
        </p:spPr>
        <p:txBody>
          <a:bodyPr>
            <a:normAutofit/>
          </a:bodyPr>
          <a:lstStyle/>
          <a:p>
            <a:pPr marL="0" indent="0">
              <a:buNone/>
            </a:pPr>
            <a:r>
              <a:rPr lang="en-IN" sz="1900" b="1" dirty="0"/>
              <a:t>Concept</a:t>
            </a:r>
            <a:br>
              <a:rPr lang="en-IN" sz="1900" dirty="0"/>
            </a:br>
            <a:r>
              <a:rPr lang="en-IN" sz="1900" dirty="0"/>
              <a:t>Agents act to </a:t>
            </a:r>
            <a:r>
              <a:rPr lang="en-IN" sz="1900" b="1" dirty="0"/>
              <a:t>achieve specific goals</a:t>
            </a:r>
            <a:r>
              <a:rPr lang="en-IN" sz="1900" dirty="0"/>
              <a:t>, not just react to inputs.</a:t>
            </a:r>
          </a:p>
          <a:p>
            <a:pPr lvl="1"/>
            <a:r>
              <a:rPr lang="en-IN" sz="1900" b="1" dirty="0"/>
              <a:t>Characteristics</a:t>
            </a:r>
            <a:endParaRPr lang="en-IN" sz="1900" dirty="0"/>
          </a:p>
          <a:p>
            <a:pPr lvl="2"/>
            <a:r>
              <a:rPr lang="en-IN" sz="1900" dirty="0"/>
              <a:t>Evaluate whether an action moves them closer to a goal</a:t>
            </a:r>
          </a:p>
          <a:p>
            <a:pPr lvl="2"/>
            <a:r>
              <a:rPr lang="en-IN" sz="1900" dirty="0"/>
              <a:t>Use search or planning methods</a:t>
            </a:r>
          </a:p>
          <a:p>
            <a:pPr lvl="2"/>
            <a:r>
              <a:rPr lang="en-IN" sz="1900" dirty="0"/>
              <a:t>Can employ reasoning methods like </a:t>
            </a:r>
            <a:r>
              <a:rPr lang="en-IN" sz="1900" b="1" dirty="0" err="1"/>
              <a:t>ReAct</a:t>
            </a:r>
            <a:r>
              <a:rPr lang="en-IN" sz="1900" b="1" dirty="0"/>
              <a:t> (Reason + Act)</a:t>
            </a:r>
            <a:r>
              <a:rPr lang="en-IN" sz="1900" dirty="0"/>
              <a:t> to decide next steps</a:t>
            </a:r>
          </a:p>
          <a:p>
            <a:pPr lvl="1"/>
            <a:r>
              <a:rPr lang="en-IN" sz="1900" b="1" dirty="0"/>
              <a:t>Examples</a:t>
            </a:r>
            <a:endParaRPr lang="en-IN" sz="1900" dirty="0"/>
          </a:p>
          <a:p>
            <a:pPr lvl="2"/>
            <a:r>
              <a:rPr lang="en-IN" sz="1900" dirty="0"/>
              <a:t>Route‑finding systems</a:t>
            </a:r>
          </a:p>
          <a:p>
            <a:pPr lvl="2"/>
            <a:r>
              <a:rPr lang="en-IN" sz="1900" dirty="0"/>
              <a:t>Task‑solving chatbots</a:t>
            </a:r>
          </a:p>
          <a:p>
            <a:pPr lvl="2"/>
            <a:r>
              <a:rPr lang="en-IN" sz="1900" dirty="0"/>
              <a:t>Autonomous robots</a:t>
            </a:r>
          </a:p>
          <a:p>
            <a:endParaRPr lang="en-IN" sz="1900" dirty="0"/>
          </a:p>
        </p:txBody>
      </p:sp>
    </p:spTree>
    <p:extLst>
      <p:ext uri="{BB962C8B-B14F-4D97-AF65-F5344CB8AC3E}">
        <p14:creationId xmlns:p14="http://schemas.microsoft.com/office/powerpoint/2010/main" val="1583061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6476D9-890C-FC63-5110-A893AB96B545}"/>
              </a:ext>
            </a:extLst>
          </p:cNvPr>
          <p:cNvSpPr>
            <a:spLocks noGrp="1"/>
          </p:cNvSpPr>
          <p:nvPr>
            <p:ph type="title"/>
          </p:nvPr>
        </p:nvSpPr>
        <p:spPr>
          <a:xfrm>
            <a:off x="628650" y="365125"/>
            <a:ext cx="7886700" cy="1325563"/>
          </a:xfrm>
        </p:spPr>
        <p:txBody>
          <a:bodyPr>
            <a:normAutofit/>
          </a:bodyPr>
          <a:lstStyle/>
          <a:p>
            <a:pPr>
              <a:lnSpc>
                <a:spcPct val="90000"/>
              </a:lnSpc>
            </a:pPr>
            <a:r>
              <a:rPr lang="en-IN" sz="4300" b="1"/>
              <a:t>Utility-Based Agents</a:t>
            </a:r>
            <a:br>
              <a:rPr lang="en-IN" sz="4300"/>
            </a:br>
            <a:endParaRPr lang="en-IN" sz="43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0B3282-32E4-D3DA-73FC-25B3BC64719A}"/>
              </a:ext>
            </a:extLst>
          </p:cNvPr>
          <p:cNvSpPr>
            <a:spLocks noGrp="1"/>
          </p:cNvSpPr>
          <p:nvPr>
            <p:ph idx="1"/>
          </p:nvPr>
        </p:nvSpPr>
        <p:spPr>
          <a:xfrm>
            <a:off x="628650" y="1929384"/>
            <a:ext cx="7886700" cy="4251960"/>
          </a:xfrm>
        </p:spPr>
        <p:txBody>
          <a:bodyPr>
            <a:normAutofit/>
          </a:bodyPr>
          <a:lstStyle/>
          <a:p>
            <a:pPr marL="57150" indent="0">
              <a:buNone/>
            </a:pPr>
            <a:r>
              <a:rPr lang="en-IN" sz="1900" b="1"/>
              <a:t>Concept</a:t>
            </a:r>
            <a:br>
              <a:rPr lang="en-IN" sz="1900"/>
            </a:br>
            <a:r>
              <a:rPr lang="en-IN" sz="1900"/>
              <a:t>Agents choose actions that </a:t>
            </a:r>
            <a:r>
              <a:rPr lang="en-IN" sz="1900" b="1"/>
              <a:t>maximize utility</a:t>
            </a:r>
            <a:r>
              <a:rPr lang="en-IN" sz="1900"/>
              <a:t> — a numerical measure of “how good” an outcome is.</a:t>
            </a:r>
          </a:p>
          <a:p>
            <a:pPr lvl="1"/>
            <a:r>
              <a:rPr lang="en-IN" sz="1900" b="1"/>
              <a:t>Key Characteristics</a:t>
            </a:r>
            <a:endParaRPr lang="en-IN" sz="1900"/>
          </a:p>
          <a:p>
            <a:pPr lvl="2"/>
            <a:r>
              <a:rPr lang="en-IN" sz="1900"/>
              <a:t>Compare multiple possible outcomes</a:t>
            </a:r>
          </a:p>
          <a:p>
            <a:pPr lvl="2"/>
            <a:r>
              <a:rPr lang="en-IN" sz="1900"/>
              <a:t>Select the one with the highest expected utility</a:t>
            </a:r>
          </a:p>
          <a:p>
            <a:pPr lvl="2"/>
            <a:r>
              <a:rPr lang="en-IN" sz="1900"/>
              <a:t>Handle trade-offs and uncertainty better than simple goal-based agents</a:t>
            </a:r>
          </a:p>
          <a:p>
            <a:pPr lvl="1"/>
            <a:r>
              <a:rPr lang="en-IN" sz="1900" b="1"/>
              <a:t>Real-World Examples</a:t>
            </a:r>
            <a:endParaRPr lang="en-IN" sz="1900"/>
          </a:p>
          <a:p>
            <a:pPr lvl="2"/>
            <a:r>
              <a:rPr lang="en-IN" sz="1900"/>
              <a:t>Autonomous vehicles balancing safety vs speed</a:t>
            </a:r>
          </a:p>
          <a:p>
            <a:pPr lvl="2"/>
            <a:r>
              <a:rPr lang="en-IN" sz="1900"/>
              <a:t>Financial trading bots</a:t>
            </a:r>
          </a:p>
          <a:p>
            <a:pPr lvl="2"/>
            <a:r>
              <a:rPr lang="en-IN" sz="1900"/>
              <a:t>Recommendation systems optimizing user engagement</a:t>
            </a:r>
          </a:p>
          <a:p>
            <a:endParaRPr lang="en-IN" sz="1900"/>
          </a:p>
        </p:txBody>
      </p:sp>
    </p:spTree>
    <p:extLst>
      <p:ext uri="{BB962C8B-B14F-4D97-AF65-F5344CB8AC3E}">
        <p14:creationId xmlns:p14="http://schemas.microsoft.com/office/powerpoint/2010/main" val="697679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35B96E-BD4D-72CA-E8A2-941089B341D1}"/>
              </a:ext>
            </a:extLst>
          </p:cNvPr>
          <p:cNvSpPr>
            <a:spLocks noGrp="1"/>
          </p:cNvSpPr>
          <p:nvPr>
            <p:ph type="title"/>
          </p:nvPr>
        </p:nvSpPr>
        <p:spPr>
          <a:xfrm>
            <a:off x="628650" y="365125"/>
            <a:ext cx="7886700" cy="1325563"/>
          </a:xfrm>
        </p:spPr>
        <p:txBody>
          <a:bodyPr>
            <a:normAutofit/>
          </a:bodyPr>
          <a:lstStyle/>
          <a:p>
            <a:pPr>
              <a:lnSpc>
                <a:spcPct val="90000"/>
              </a:lnSpc>
            </a:pPr>
            <a:r>
              <a:rPr lang="en-IN" sz="4300" b="1"/>
              <a:t>Learning Agents</a:t>
            </a:r>
            <a:br>
              <a:rPr lang="en-IN" sz="4300"/>
            </a:br>
            <a:endParaRPr lang="en-IN" sz="43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C06A54-7A4A-5FD4-E341-495046889540}"/>
              </a:ext>
            </a:extLst>
          </p:cNvPr>
          <p:cNvSpPr>
            <a:spLocks noGrp="1"/>
          </p:cNvSpPr>
          <p:nvPr>
            <p:ph idx="1"/>
          </p:nvPr>
        </p:nvSpPr>
        <p:spPr>
          <a:xfrm>
            <a:off x="628650" y="1929384"/>
            <a:ext cx="7886700" cy="4251960"/>
          </a:xfrm>
        </p:spPr>
        <p:txBody>
          <a:bodyPr>
            <a:normAutofit/>
          </a:bodyPr>
          <a:lstStyle/>
          <a:p>
            <a:pPr marL="57150" indent="0">
              <a:lnSpc>
                <a:spcPct val="90000"/>
              </a:lnSpc>
              <a:buNone/>
            </a:pPr>
            <a:r>
              <a:rPr lang="en-IN" sz="1900" b="1"/>
              <a:t>Concept</a:t>
            </a:r>
            <a:br>
              <a:rPr lang="en-IN" sz="1900"/>
            </a:br>
            <a:r>
              <a:rPr lang="en-IN" sz="1900"/>
              <a:t>Agents that </a:t>
            </a:r>
            <a:r>
              <a:rPr lang="en-IN" sz="1900" b="1"/>
              <a:t>improve their performance</a:t>
            </a:r>
            <a:r>
              <a:rPr lang="en-IN" sz="1900"/>
              <a:t> over time by learning from experience.</a:t>
            </a:r>
          </a:p>
          <a:p>
            <a:pPr lvl="1">
              <a:lnSpc>
                <a:spcPct val="90000"/>
              </a:lnSpc>
            </a:pPr>
            <a:r>
              <a:rPr lang="en-IN" sz="1900" b="1"/>
              <a:t>Components</a:t>
            </a:r>
            <a:endParaRPr lang="en-IN" sz="1900"/>
          </a:p>
          <a:p>
            <a:pPr lvl="2">
              <a:lnSpc>
                <a:spcPct val="90000"/>
              </a:lnSpc>
            </a:pPr>
            <a:r>
              <a:rPr lang="en-IN" sz="1900" b="1"/>
              <a:t>Learning Element</a:t>
            </a:r>
            <a:r>
              <a:rPr lang="en-IN" sz="1900"/>
              <a:t> – Improves the agent’s knowledge</a:t>
            </a:r>
          </a:p>
          <a:p>
            <a:pPr lvl="2">
              <a:lnSpc>
                <a:spcPct val="90000"/>
              </a:lnSpc>
            </a:pPr>
            <a:r>
              <a:rPr lang="en-IN" sz="1900" b="1"/>
              <a:t>Performance Element</a:t>
            </a:r>
            <a:r>
              <a:rPr lang="en-IN" sz="1900"/>
              <a:t> – Executes actions</a:t>
            </a:r>
          </a:p>
          <a:p>
            <a:pPr lvl="2">
              <a:lnSpc>
                <a:spcPct val="90000"/>
              </a:lnSpc>
            </a:pPr>
            <a:r>
              <a:rPr lang="en-IN" sz="1900" b="1"/>
              <a:t>Critic</a:t>
            </a:r>
            <a:r>
              <a:rPr lang="en-IN" sz="1900"/>
              <a:t> – Evaluates results and gives feedback</a:t>
            </a:r>
          </a:p>
          <a:p>
            <a:pPr lvl="2">
              <a:lnSpc>
                <a:spcPct val="90000"/>
              </a:lnSpc>
            </a:pPr>
            <a:r>
              <a:rPr lang="en-IN" sz="1900" b="1"/>
              <a:t>Problem Generator</a:t>
            </a:r>
            <a:r>
              <a:rPr lang="en-IN" sz="1900"/>
              <a:t> – Suggests new exploratory actions for learning</a:t>
            </a:r>
          </a:p>
          <a:p>
            <a:pPr lvl="1">
              <a:lnSpc>
                <a:spcPct val="90000"/>
              </a:lnSpc>
            </a:pPr>
            <a:r>
              <a:rPr lang="en-IN" sz="1900" b="1"/>
              <a:t>Benefits</a:t>
            </a:r>
            <a:endParaRPr lang="en-IN" sz="1900"/>
          </a:p>
          <a:p>
            <a:pPr lvl="2">
              <a:lnSpc>
                <a:spcPct val="90000"/>
              </a:lnSpc>
            </a:pPr>
            <a:r>
              <a:rPr lang="en-IN" sz="1900"/>
              <a:t>Adaptable to new environments</a:t>
            </a:r>
          </a:p>
          <a:p>
            <a:pPr lvl="2">
              <a:lnSpc>
                <a:spcPct val="90000"/>
              </a:lnSpc>
            </a:pPr>
            <a:r>
              <a:rPr lang="en-IN" sz="1900"/>
              <a:t>Reduce errors and improve decision accuracy</a:t>
            </a:r>
          </a:p>
          <a:p>
            <a:pPr lvl="2">
              <a:lnSpc>
                <a:spcPct val="90000"/>
              </a:lnSpc>
            </a:pPr>
            <a:r>
              <a:rPr lang="en-IN" sz="1900"/>
              <a:t>Enable long-term autonomy</a:t>
            </a:r>
          </a:p>
          <a:p>
            <a:pPr>
              <a:lnSpc>
                <a:spcPct val="90000"/>
              </a:lnSpc>
            </a:pPr>
            <a:endParaRPr lang="en-IN" sz="1900"/>
          </a:p>
        </p:txBody>
      </p:sp>
    </p:spTree>
    <p:extLst>
      <p:ext uri="{BB962C8B-B14F-4D97-AF65-F5344CB8AC3E}">
        <p14:creationId xmlns:p14="http://schemas.microsoft.com/office/powerpoint/2010/main" val="4077004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BA040E-BEF5-C870-77B1-28DA095D3510}"/>
              </a:ext>
            </a:extLst>
          </p:cNvPr>
          <p:cNvSpPr>
            <a:spLocks noGrp="1"/>
          </p:cNvSpPr>
          <p:nvPr>
            <p:ph type="title"/>
          </p:nvPr>
        </p:nvSpPr>
        <p:spPr>
          <a:xfrm>
            <a:off x="628650" y="556995"/>
            <a:ext cx="7886700" cy="1133693"/>
          </a:xfrm>
        </p:spPr>
        <p:txBody>
          <a:bodyPr>
            <a:normAutofit/>
          </a:bodyPr>
          <a:lstStyle/>
          <a:p>
            <a:r>
              <a:rPr lang="en-IN" sz="4500"/>
              <a:t>Multi‑Agent Systems (MAS)</a:t>
            </a:r>
          </a:p>
        </p:txBody>
      </p:sp>
      <p:graphicFrame>
        <p:nvGraphicFramePr>
          <p:cNvPr id="12" name="Content Placeholder 2">
            <a:extLst>
              <a:ext uri="{FF2B5EF4-FFF2-40B4-BE49-F238E27FC236}">
                <a16:creationId xmlns:a16="http://schemas.microsoft.com/office/drawing/2014/main" id="{37254B49-F101-15AE-00F7-B232A33A733E}"/>
              </a:ext>
            </a:extLst>
          </p:cNvPr>
          <p:cNvGraphicFramePr>
            <a:graphicFrameLocks noGrp="1"/>
          </p:cNvGraphicFramePr>
          <p:nvPr>
            <p:ph idx="1"/>
            <p:extLst>
              <p:ext uri="{D42A27DB-BD31-4B8C-83A1-F6EECF244321}">
                <p14:modId xmlns:p14="http://schemas.microsoft.com/office/powerpoint/2010/main" val="367866914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0244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B53CBE-DDB1-ACF2-0A17-4F9824174ED8}"/>
              </a:ext>
            </a:extLst>
          </p:cNvPr>
          <p:cNvSpPr>
            <a:spLocks noGrp="1"/>
          </p:cNvSpPr>
          <p:nvPr>
            <p:ph type="title"/>
          </p:nvPr>
        </p:nvSpPr>
        <p:spPr>
          <a:xfrm>
            <a:off x="628650" y="365125"/>
            <a:ext cx="7886700" cy="1325563"/>
          </a:xfrm>
        </p:spPr>
        <p:txBody>
          <a:bodyPr>
            <a:normAutofit/>
          </a:bodyPr>
          <a:lstStyle/>
          <a:p>
            <a:pPr>
              <a:lnSpc>
                <a:spcPct val="90000"/>
              </a:lnSpc>
            </a:pPr>
            <a:r>
              <a:rPr lang="en-IN" sz="4300" b="1" dirty="0"/>
              <a:t>Hierarchical Agent Systems</a:t>
            </a:r>
            <a:br>
              <a:rPr lang="en-IN" sz="4300" dirty="0"/>
            </a:br>
            <a:endParaRPr lang="en-IN" sz="4300" dirty="0"/>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B48FF2-A88D-28DC-88EE-1E8B46F38179}"/>
              </a:ext>
            </a:extLst>
          </p:cNvPr>
          <p:cNvSpPr>
            <a:spLocks noGrp="1"/>
          </p:cNvSpPr>
          <p:nvPr>
            <p:ph idx="1"/>
          </p:nvPr>
        </p:nvSpPr>
        <p:spPr>
          <a:xfrm>
            <a:off x="628650" y="1929384"/>
            <a:ext cx="7886700" cy="4251960"/>
          </a:xfrm>
        </p:spPr>
        <p:txBody>
          <a:bodyPr>
            <a:normAutofit/>
          </a:bodyPr>
          <a:lstStyle/>
          <a:p>
            <a:pPr marL="0" indent="0">
              <a:lnSpc>
                <a:spcPct val="90000"/>
              </a:lnSpc>
              <a:buNone/>
            </a:pPr>
            <a:r>
              <a:rPr lang="en-IN" sz="1500" b="1" dirty="0"/>
              <a:t>What Are Hierarchical Agent Systems?</a:t>
            </a:r>
            <a:br>
              <a:rPr lang="en-IN" sz="1500" dirty="0"/>
            </a:br>
            <a:r>
              <a:rPr lang="en-IN" sz="1500" dirty="0"/>
              <a:t>These are agent architectures where responsibilities are split across </a:t>
            </a:r>
            <a:r>
              <a:rPr lang="en-IN" sz="1500" b="1" dirty="0"/>
              <a:t>multiple layers</a:t>
            </a:r>
            <a:r>
              <a:rPr lang="en-IN" sz="1500" dirty="0"/>
              <a:t>, each operating at a different level of abstraction and control.</a:t>
            </a:r>
          </a:p>
          <a:p>
            <a:pPr marL="0" indent="0">
              <a:lnSpc>
                <a:spcPct val="90000"/>
              </a:lnSpc>
              <a:buNone/>
            </a:pPr>
            <a:r>
              <a:rPr lang="en-IN" sz="1500" b="1" dirty="0"/>
              <a:t>Layered Structure</a:t>
            </a:r>
            <a:endParaRPr lang="en-IN" sz="1500" dirty="0"/>
          </a:p>
          <a:p>
            <a:pPr>
              <a:lnSpc>
                <a:spcPct val="90000"/>
              </a:lnSpc>
            </a:pPr>
            <a:r>
              <a:rPr lang="en-IN" sz="1500" b="1" dirty="0"/>
              <a:t>Strategic Layer</a:t>
            </a:r>
            <a:r>
              <a:rPr lang="en-IN" sz="1500" dirty="0"/>
              <a:t> </a:t>
            </a:r>
          </a:p>
          <a:p>
            <a:pPr lvl="1">
              <a:lnSpc>
                <a:spcPct val="90000"/>
              </a:lnSpc>
            </a:pPr>
            <a:r>
              <a:rPr lang="en-IN" sz="1500" dirty="0"/>
              <a:t>Long‑term goals, global planning, mission-level decisions</a:t>
            </a:r>
          </a:p>
          <a:p>
            <a:pPr>
              <a:lnSpc>
                <a:spcPct val="90000"/>
              </a:lnSpc>
            </a:pPr>
            <a:r>
              <a:rPr lang="en-IN" sz="1500" b="1" dirty="0"/>
              <a:t>Tactical Layer</a:t>
            </a:r>
            <a:r>
              <a:rPr lang="en-IN" sz="1500" dirty="0"/>
              <a:t> </a:t>
            </a:r>
          </a:p>
          <a:p>
            <a:pPr lvl="1">
              <a:lnSpc>
                <a:spcPct val="90000"/>
              </a:lnSpc>
            </a:pPr>
            <a:r>
              <a:rPr lang="en-IN" sz="1500" dirty="0"/>
              <a:t>Converts goals into actionable plans</a:t>
            </a:r>
          </a:p>
          <a:p>
            <a:pPr lvl="1">
              <a:lnSpc>
                <a:spcPct val="90000"/>
              </a:lnSpc>
            </a:pPr>
            <a:r>
              <a:rPr lang="en-IN" sz="1500" dirty="0"/>
              <a:t>Handles reasoning, prioritization, and intermediate decisions</a:t>
            </a:r>
          </a:p>
          <a:p>
            <a:pPr>
              <a:lnSpc>
                <a:spcPct val="90000"/>
              </a:lnSpc>
            </a:pPr>
            <a:r>
              <a:rPr lang="en-IN" sz="1500" b="1" dirty="0"/>
              <a:t>Operational Layer</a:t>
            </a:r>
            <a:r>
              <a:rPr lang="en-IN" sz="1500" dirty="0"/>
              <a:t> </a:t>
            </a:r>
          </a:p>
          <a:p>
            <a:pPr lvl="1">
              <a:lnSpc>
                <a:spcPct val="90000"/>
              </a:lnSpc>
            </a:pPr>
            <a:r>
              <a:rPr lang="en-IN" sz="1500" dirty="0"/>
              <a:t>Executes actions in real time</a:t>
            </a:r>
          </a:p>
          <a:p>
            <a:pPr lvl="1">
              <a:lnSpc>
                <a:spcPct val="90000"/>
              </a:lnSpc>
            </a:pPr>
            <a:r>
              <a:rPr lang="en-IN" sz="1500" dirty="0"/>
              <a:t>Directly interacts with tools, APIs, or the environment</a:t>
            </a:r>
          </a:p>
          <a:p>
            <a:pPr marL="0" indent="0">
              <a:lnSpc>
                <a:spcPct val="90000"/>
              </a:lnSpc>
              <a:buNone/>
            </a:pPr>
            <a:r>
              <a:rPr lang="en-IN" sz="1500" b="1" dirty="0"/>
              <a:t>Task Delegation &amp; Control Flow</a:t>
            </a:r>
            <a:endParaRPr lang="en-IN" sz="1500" dirty="0"/>
          </a:p>
          <a:p>
            <a:pPr lvl="0">
              <a:lnSpc>
                <a:spcPct val="90000"/>
              </a:lnSpc>
            </a:pPr>
            <a:r>
              <a:rPr lang="en-IN" sz="1500" dirty="0"/>
              <a:t>Strategic layer decides </a:t>
            </a:r>
            <a:r>
              <a:rPr lang="en-IN" sz="1500" b="1" dirty="0"/>
              <a:t>what</a:t>
            </a:r>
            <a:r>
              <a:rPr lang="en-IN" sz="1500" dirty="0"/>
              <a:t> to achieve</a:t>
            </a:r>
          </a:p>
          <a:p>
            <a:pPr lvl="0">
              <a:lnSpc>
                <a:spcPct val="90000"/>
              </a:lnSpc>
            </a:pPr>
            <a:r>
              <a:rPr lang="en-IN" sz="1500" dirty="0"/>
              <a:t>Tactical layer determines </a:t>
            </a:r>
            <a:r>
              <a:rPr lang="en-IN" sz="1500" b="1" dirty="0"/>
              <a:t>how</a:t>
            </a:r>
            <a:r>
              <a:rPr lang="en-IN" sz="1500" dirty="0"/>
              <a:t> to achieve it</a:t>
            </a:r>
          </a:p>
          <a:p>
            <a:pPr lvl="0">
              <a:lnSpc>
                <a:spcPct val="90000"/>
              </a:lnSpc>
            </a:pPr>
            <a:r>
              <a:rPr lang="en-IN" sz="1500" dirty="0"/>
              <a:t>Operational layer performs </a:t>
            </a:r>
            <a:r>
              <a:rPr lang="en-IN" sz="1500" b="1" dirty="0"/>
              <a:t>actual execution</a:t>
            </a:r>
            <a:endParaRPr lang="en-IN" sz="1500" dirty="0"/>
          </a:p>
          <a:p>
            <a:pPr lvl="0">
              <a:lnSpc>
                <a:spcPct val="90000"/>
              </a:lnSpc>
            </a:pPr>
            <a:r>
              <a:rPr lang="en-IN" sz="1500" dirty="0"/>
              <a:t>Feedback flows upward for corrections and optimization</a:t>
            </a:r>
          </a:p>
          <a:p>
            <a:pPr>
              <a:lnSpc>
                <a:spcPct val="90000"/>
              </a:lnSpc>
            </a:pPr>
            <a:endParaRPr lang="en-IN" sz="1500" dirty="0"/>
          </a:p>
        </p:txBody>
      </p:sp>
    </p:spTree>
    <p:extLst>
      <p:ext uri="{BB962C8B-B14F-4D97-AF65-F5344CB8AC3E}">
        <p14:creationId xmlns:p14="http://schemas.microsoft.com/office/powerpoint/2010/main" val="2159456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04223E-D617-8CD4-7D4B-B6C726BD76E3}"/>
              </a:ext>
            </a:extLst>
          </p:cNvPr>
          <p:cNvSpPr>
            <a:spLocks noGrp="1"/>
          </p:cNvSpPr>
          <p:nvPr>
            <p:ph type="title"/>
          </p:nvPr>
        </p:nvSpPr>
        <p:spPr>
          <a:xfrm>
            <a:off x="473202" y="640080"/>
            <a:ext cx="3614166" cy="1481328"/>
          </a:xfrm>
        </p:spPr>
        <p:txBody>
          <a:bodyPr vert="horz" lIns="91440" tIns="45720" rIns="91440" bIns="45720" rtlCol="0" anchor="b">
            <a:normAutofit/>
          </a:bodyPr>
          <a:lstStyle/>
          <a:p>
            <a:pPr algn="l" defTabSz="914400">
              <a:lnSpc>
                <a:spcPct val="90000"/>
              </a:lnSpc>
            </a:pPr>
            <a:r>
              <a:rPr lang="en-US" sz="3300" b="1" kern="1200">
                <a:solidFill>
                  <a:schemeClr val="tx1"/>
                </a:solidFill>
                <a:latin typeface="+mj-lt"/>
                <a:ea typeface="+mj-ea"/>
                <a:cs typeface="+mj-cs"/>
              </a:rPr>
              <a:t>MAS vs Hierarchical Agents </a:t>
            </a:r>
            <a:endParaRPr lang="en-US" sz="3300" kern="1200">
              <a:solidFill>
                <a:schemeClr val="tx1"/>
              </a:solidFill>
              <a:latin typeface="+mj-lt"/>
              <a:ea typeface="+mj-ea"/>
              <a:cs typeface="+mj-cs"/>
            </a:endParaRPr>
          </a:p>
        </p:txBody>
      </p:sp>
      <p:sp>
        <p:nvSpPr>
          <p:cNvPr id="15"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DDAF885-9B7D-4255-5406-B75B697C82C0}"/>
              </a:ext>
            </a:extLst>
          </p:cNvPr>
          <p:cNvSpPr txBox="1"/>
          <p:nvPr/>
        </p:nvSpPr>
        <p:spPr>
          <a:xfrm>
            <a:off x="473202" y="2660904"/>
            <a:ext cx="3614166" cy="3547872"/>
          </a:xfrm>
          <a:prstGeom prst="rect">
            <a:avLst/>
          </a:prstGeom>
        </p:spPr>
        <p:txBody>
          <a:bodyPr vert="horz" lIns="91440" tIns="45720" rIns="91440" bIns="45720" rtlCol="0" anchor="t">
            <a:normAutofit/>
          </a:bodyPr>
          <a:lstStyle/>
          <a:p>
            <a:pPr indent="-228600" defTabSz="914400">
              <a:lnSpc>
                <a:spcPct val="90000"/>
              </a:lnSpc>
              <a:spcAft>
                <a:spcPts val="800"/>
              </a:spcAft>
              <a:buFont typeface="Arial" panose="020B0604020202020204" pitchFamily="34" charset="0"/>
              <a:buChar char="•"/>
            </a:pPr>
            <a:r>
              <a:rPr lang="en-US" sz="1900" b="1" dirty="0">
                <a:effectLst/>
              </a:rPr>
              <a:t>Where Hierarchical Agents Shine</a:t>
            </a:r>
            <a:endParaRPr lang="en-US" sz="1900" dirty="0">
              <a:effectLst/>
            </a:endParaRPr>
          </a:p>
          <a:p>
            <a:pPr marL="342900" lvl="0" indent="-228600" defTabSz="914400">
              <a:lnSpc>
                <a:spcPct val="90000"/>
              </a:lnSpc>
              <a:spcAft>
                <a:spcPts val="800"/>
              </a:spcAft>
              <a:buSzPts val="1000"/>
              <a:buFont typeface="Arial" panose="020B0604020202020204" pitchFamily="34" charset="0"/>
              <a:buChar char="•"/>
              <a:tabLst>
                <a:tab pos="457200" algn="l"/>
              </a:tabLst>
            </a:pPr>
            <a:r>
              <a:rPr lang="en-US" sz="1900" dirty="0">
                <a:effectLst/>
              </a:rPr>
              <a:t>Robotics</a:t>
            </a:r>
          </a:p>
          <a:p>
            <a:pPr marL="342900" lvl="0" indent="-228600" defTabSz="914400">
              <a:lnSpc>
                <a:spcPct val="90000"/>
              </a:lnSpc>
              <a:spcAft>
                <a:spcPts val="800"/>
              </a:spcAft>
              <a:buSzPts val="1000"/>
              <a:buFont typeface="Arial" panose="020B0604020202020204" pitchFamily="34" charset="0"/>
              <a:buChar char="•"/>
              <a:tabLst>
                <a:tab pos="457200" algn="l"/>
              </a:tabLst>
            </a:pPr>
            <a:r>
              <a:rPr lang="en-US" sz="1900" dirty="0">
                <a:effectLst/>
              </a:rPr>
              <a:t>Workflow automation</a:t>
            </a:r>
          </a:p>
          <a:p>
            <a:pPr marL="342900" lvl="0" indent="-228600" defTabSz="914400">
              <a:lnSpc>
                <a:spcPct val="90000"/>
              </a:lnSpc>
              <a:spcAft>
                <a:spcPts val="800"/>
              </a:spcAft>
              <a:buSzPts val="1000"/>
              <a:buFont typeface="Arial" panose="020B0604020202020204" pitchFamily="34" charset="0"/>
              <a:buChar char="•"/>
              <a:tabLst>
                <a:tab pos="457200" algn="l"/>
              </a:tabLst>
            </a:pPr>
            <a:r>
              <a:rPr lang="en-US" sz="1900" dirty="0">
                <a:effectLst/>
              </a:rPr>
              <a:t>Enterprise systems with layered decision-making</a:t>
            </a:r>
          </a:p>
          <a:p>
            <a:pPr marL="342900" lvl="0" indent="-228600" defTabSz="914400">
              <a:lnSpc>
                <a:spcPct val="90000"/>
              </a:lnSpc>
              <a:spcAft>
                <a:spcPts val="800"/>
              </a:spcAft>
              <a:buSzPts val="1000"/>
              <a:buFont typeface="Arial" panose="020B0604020202020204" pitchFamily="34" charset="0"/>
              <a:buChar char="•"/>
              <a:tabLst>
                <a:tab pos="457200" algn="l"/>
              </a:tabLst>
            </a:pPr>
            <a:r>
              <a:rPr lang="en-IN" dirty="0"/>
              <a:t>Any environment needing structured, safe, and explainable reasoning</a:t>
            </a:r>
            <a:endParaRPr lang="en-US" sz="1900" dirty="0">
              <a:effectLst/>
            </a:endParaRPr>
          </a:p>
        </p:txBody>
      </p:sp>
      <p:graphicFrame>
        <p:nvGraphicFramePr>
          <p:cNvPr id="6" name="Content Placeholder 5">
            <a:extLst>
              <a:ext uri="{FF2B5EF4-FFF2-40B4-BE49-F238E27FC236}">
                <a16:creationId xmlns:a16="http://schemas.microsoft.com/office/drawing/2014/main" id="{89BA59D5-F8E2-10B3-B481-70E944C57B27}"/>
              </a:ext>
            </a:extLst>
          </p:cNvPr>
          <p:cNvGraphicFramePr>
            <a:graphicFrameLocks noGrp="1"/>
          </p:cNvGraphicFramePr>
          <p:nvPr>
            <p:ph idx="1"/>
            <p:extLst>
              <p:ext uri="{D42A27DB-BD31-4B8C-83A1-F6EECF244321}">
                <p14:modId xmlns:p14="http://schemas.microsoft.com/office/powerpoint/2010/main" val="1693473420"/>
              </p:ext>
            </p:extLst>
          </p:nvPr>
        </p:nvGraphicFramePr>
        <p:xfrm>
          <a:off x="4574286" y="2425167"/>
          <a:ext cx="4094227" cy="2007667"/>
        </p:xfrm>
        <a:graphic>
          <a:graphicData uri="http://schemas.openxmlformats.org/drawingml/2006/table">
            <a:tbl>
              <a:tblPr firstRow="1" firstCol="1" bandRow="1">
                <a:tableStyleId>{5C22544A-7EE6-4342-B048-85BDC9FD1C3A}</a:tableStyleId>
              </a:tblPr>
              <a:tblGrid>
                <a:gridCol w="2004580">
                  <a:extLst>
                    <a:ext uri="{9D8B030D-6E8A-4147-A177-3AD203B41FA5}">
                      <a16:colId xmlns:a16="http://schemas.microsoft.com/office/drawing/2014/main" val="2283299248"/>
                    </a:ext>
                  </a:extLst>
                </a:gridCol>
                <a:gridCol w="2089647">
                  <a:extLst>
                    <a:ext uri="{9D8B030D-6E8A-4147-A177-3AD203B41FA5}">
                      <a16:colId xmlns:a16="http://schemas.microsoft.com/office/drawing/2014/main" val="3339909035"/>
                    </a:ext>
                  </a:extLst>
                </a:gridCol>
              </a:tblGrid>
              <a:tr h="268217">
                <a:tc>
                  <a:txBody>
                    <a:bodyPr/>
                    <a:lstStyle/>
                    <a:p>
                      <a:pPr>
                        <a:lnSpc>
                          <a:spcPct val="115000"/>
                        </a:lnSpc>
                        <a:spcAft>
                          <a:spcPts val="800"/>
                        </a:spcAft>
                        <a:buNone/>
                      </a:pPr>
                      <a:r>
                        <a:rPr lang="en-IN" sz="1300" kern="100">
                          <a:effectLst/>
                        </a:rPr>
                        <a:t>Multi‑Agent Systems</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tc>
                  <a:txBody>
                    <a:bodyPr/>
                    <a:lstStyle/>
                    <a:p>
                      <a:pPr>
                        <a:lnSpc>
                          <a:spcPct val="115000"/>
                        </a:lnSpc>
                        <a:spcAft>
                          <a:spcPts val="800"/>
                        </a:spcAft>
                        <a:buNone/>
                      </a:pPr>
                      <a:r>
                        <a:rPr lang="en-IN" sz="1300" kern="100">
                          <a:effectLst/>
                        </a:rPr>
                        <a:t>Hierarchical Agent Systems</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extLst>
                  <a:ext uri="{0D108BD9-81ED-4DB2-BD59-A6C34878D82A}">
                    <a16:rowId xmlns:a16="http://schemas.microsoft.com/office/drawing/2014/main" val="1568423451"/>
                  </a:ext>
                </a:extLst>
              </a:tr>
              <a:tr h="490411">
                <a:tc>
                  <a:txBody>
                    <a:bodyPr/>
                    <a:lstStyle/>
                    <a:p>
                      <a:pPr>
                        <a:lnSpc>
                          <a:spcPct val="115000"/>
                        </a:lnSpc>
                        <a:spcAft>
                          <a:spcPts val="800"/>
                        </a:spcAft>
                        <a:buNone/>
                      </a:pPr>
                      <a:r>
                        <a:rPr lang="en-IN" sz="1300" kern="100">
                          <a:effectLst/>
                        </a:rPr>
                        <a:t>Many agents working together</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tc>
                  <a:txBody>
                    <a:bodyPr/>
                    <a:lstStyle/>
                    <a:p>
                      <a:pPr>
                        <a:lnSpc>
                          <a:spcPct val="115000"/>
                        </a:lnSpc>
                        <a:spcAft>
                          <a:spcPts val="800"/>
                        </a:spcAft>
                        <a:buNone/>
                      </a:pPr>
                      <a:r>
                        <a:rPr lang="en-IN" sz="1300" kern="100">
                          <a:effectLst/>
                        </a:rPr>
                        <a:t>One agent organized in layers</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extLst>
                  <a:ext uri="{0D108BD9-81ED-4DB2-BD59-A6C34878D82A}">
                    <a16:rowId xmlns:a16="http://schemas.microsoft.com/office/drawing/2014/main" val="2347037411"/>
                  </a:ext>
                </a:extLst>
              </a:tr>
              <a:tr h="268217">
                <a:tc>
                  <a:txBody>
                    <a:bodyPr/>
                    <a:lstStyle/>
                    <a:p>
                      <a:pPr>
                        <a:lnSpc>
                          <a:spcPct val="115000"/>
                        </a:lnSpc>
                        <a:spcAft>
                          <a:spcPts val="800"/>
                        </a:spcAft>
                        <a:buNone/>
                      </a:pPr>
                      <a:r>
                        <a:rPr lang="en-IN" sz="1300" kern="100">
                          <a:effectLst/>
                        </a:rPr>
                        <a:t>Distributed decisions</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tc>
                  <a:txBody>
                    <a:bodyPr/>
                    <a:lstStyle/>
                    <a:p>
                      <a:pPr>
                        <a:lnSpc>
                          <a:spcPct val="115000"/>
                        </a:lnSpc>
                        <a:spcAft>
                          <a:spcPts val="800"/>
                        </a:spcAft>
                        <a:buNone/>
                      </a:pPr>
                      <a:r>
                        <a:rPr lang="en-IN" sz="1300" kern="100">
                          <a:effectLst/>
                        </a:rPr>
                        <a:t>Centralized internal control</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extLst>
                  <a:ext uri="{0D108BD9-81ED-4DB2-BD59-A6C34878D82A}">
                    <a16:rowId xmlns:a16="http://schemas.microsoft.com/office/drawing/2014/main" val="3077461130"/>
                  </a:ext>
                </a:extLst>
              </a:tr>
              <a:tr h="490411">
                <a:tc>
                  <a:txBody>
                    <a:bodyPr/>
                    <a:lstStyle/>
                    <a:p>
                      <a:pPr>
                        <a:lnSpc>
                          <a:spcPct val="115000"/>
                        </a:lnSpc>
                        <a:spcAft>
                          <a:spcPts val="800"/>
                        </a:spcAft>
                        <a:buNone/>
                      </a:pPr>
                      <a:r>
                        <a:rPr lang="en-IN" sz="1300" kern="100">
                          <a:effectLst/>
                        </a:rPr>
                        <a:t>Designed for collaboration</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tc>
                  <a:txBody>
                    <a:bodyPr/>
                    <a:lstStyle/>
                    <a:p>
                      <a:pPr>
                        <a:lnSpc>
                          <a:spcPct val="115000"/>
                        </a:lnSpc>
                        <a:spcAft>
                          <a:spcPts val="800"/>
                        </a:spcAft>
                        <a:buNone/>
                      </a:pPr>
                      <a:r>
                        <a:rPr lang="en-IN" sz="1300" kern="100">
                          <a:effectLst/>
                        </a:rPr>
                        <a:t>Designed for structured reasoning</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extLst>
                  <a:ext uri="{0D108BD9-81ED-4DB2-BD59-A6C34878D82A}">
                    <a16:rowId xmlns:a16="http://schemas.microsoft.com/office/drawing/2014/main" val="289383776"/>
                  </a:ext>
                </a:extLst>
              </a:tr>
              <a:tr h="490411">
                <a:tc>
                  <a:txBody>
                    <a:bodyPr/>
                    <a:lstStyle/>
                    <a:p>
                      <a:pPr>
                        <a:lnSpc>
                          <a:spcPct val="115000"/>
                        </a:lnSpc>
                        <a:spcAft>
                          <a:spcPts val="800"/>
                        </a:spcAft>
                        <a:buNone/>
                      </a:pPr>
                      <a:r>
                        <a:rPr lang="en-IN" sz="1300" kern="100">
                          <a:effectLst/>
                        </a:rPr>
                        <a:t>Great for large, distributed problems</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tc>
                  <a:txBody>
                    <a:bodyPr/>
                    <a:lstStyle/>
                    <a:p>
                      <a:pPr>
                        <a:lnSpc>
                          <a:spcPct val="115000"/>
                        </a:lnSpc>
                        <a:spcAft>
                          <a:spcPts val="800"/>
                        </a:spcAft>
                        <a:buNone/>
                      </a:pPr>
                      <a:r>
                        <a:rPr lang="en-IN" sz="1300" kern="100">
                          <a:effectLst/>
                        </a:rPr>
                        <a:t>Great for complex tasks requiring layered logic</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10063" marR="10063" marT="10063" marB="10063" anchor="ctr"/>
                </a:tc>
                <a:extLst>
                  <a:ext uri="{0D108BD9-81ED-4DB2-BD59-A6C34878D82A}">
                    <a16:rowId xmlns:a16="http://schemas.microsoft.com/office/drawing/2014/main" val="3308179575"/>
                  </a:ext>
                </a:extLst>
              </a:tr>
            </a:tbl>
          </a:graphicData>
        </a:graphic>
      </p:graphicFrame>
    </p:spTree>
    <p:extLst>
      <p:ext uri="{BB962C8B-B14F-4D97-AF65-F5344CB8AC3E}">
        <p14:creationId xmlns:p14="http://schemas.microsoft.com/office/powerpoint/2010/main" val="682536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42C769-0304-3B68-47F6-FCF55E2DE5AB}"/>
              </a:ext>
            </a:extLst>
          </p:cNvPr>
          <p:cNvSpPr>
            <a:spLocks noGrp="1"/>
          </p:cNvSpPr>
          <p:nvPr>
            <p:ph type="title"/>
          </p:nvPr>
        </p:nvSpPr>
        <p:spPr>
          <a:xfrm>
            <a:off x="630936" y="548640"/>
            <a:ext cx="2700645" cy="5431536"/>
          </a:xfrm>
        </p:spPr>
        <p:txBody>
          <a:bodyPr>
            <a:normAutofit/>
          </a:bodyPr>
          <a:lstStyle/>
          <a:p>
            <a:r>
              <a:rPr lang="en-IN" sz="2900" b="1" dirty="0"/>
              <a:t>What is AI orchestration?</a:t>
            </a:r>
            <a:br>
              <a:rPr lang="en-IN" sz="2900" b="1" dirty="0"/>
            </a:br>
            <a:endParaRPr lang="en-IN" sz="2900" dirty="0"/>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sX0" fmla="*/ 0 w 4480560"/>
              <a:gd name="csY0" fmla="*/ 0 h 13716"/>
              <a:gd name="csX1" fmla="*/ 595274 w 4480560"/>
              <a:gd name="csY1" fmla="*/ 0 h 13716"/>
              <a:gd name="csX2" fmla="*/ 1100938 w 4480560"/>
              <a:gd name="csY2" fmla="*/ 0 h 13716"/>
              <a:gd name="csX3" fmla="*/ 1651406 w 4480560"/>
              <a:gd name="csY3" fmla="*/ 0 h 13716"/>
              <a:gd name="csX4" fmla="*/ 2336292 w 4480560"/>
              <a:gd name="csY4" fmla="*/ 0 h 13716"/>
              <a:gd name="csX5" fmla="*/ 2931566 w 4480560"/>
              <a:gd name="csY5" fmla="*/ 0 h 13716"/>
              <a:gd name="csX6" fmla="*/ 3482035 w 4480560"/>
              <a:gd name="csY6" fmla="*/ 0 h 13716"/>
              <a:gd name="csX7" fmla="*/ 4480560 w 4480560"/>
              <a:gd name="csY7" fmla="*/ 0 h 13716"/>
              <a:gd name="csX8" fmla="*/ 4480560 w 4480560"/>
              <a:gd name="csY8" fmla="*/ 13716 h 13716"/>
              <a:gd name="csX9" fmla="*/ 3840480 w 4480560"/>
              <a:gd name="csY9" fmla="*/ 13716 h 13716"/>
              <a:gd name="csX10" fmla="*/ 3290011 w 4480560"/>
              <a:gd name="csY10" fmla="*/ 13716 h 13716"/>
              <a:gd name="csX11" fmla="*/ 2560320 w 4480560"/>
              <a:gd name="csY11" fmla="*/ 13716 h 13716"/>
              <a:gd name="csX12" fmla="*/ 1965046 w 4480560"/>
              <a:gd name="csY12" fmla="*/ 13716 h 13716"/>
              <a:gd name="csX13" fmla="*/ 1459382 w 4480560"/>
              <a:gd name="csY13" fmla="*/ 13716 h 13716"/>
              <a:gd name="csX14" fmla="*/ 774497 w 4480560"/>
              <a:gd name="csY14" fmla="*/ 13716 h 13716"/>
              <a:gd name="csX15" fmla="*/ 0 w 4480560"/>
              <a:gd name="csY15" fmla="*/ 13716 h 13716"/>
              <a:gd name="csX16" fmla="*/ 0 w 4480560"/>
              <a:gd name="csY1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351A2F3-9EE9-0C9E-CAFB-88FC1EBAF5C8}"/>
              </a:ext>
            </a:extLst>
          </p:cNvPr>
          <p:cNvSpPr>
            <a:spLocks noGrp="1"/>
          </p:cNvSpPr>
          <p:nvPr>
            <p:ph idx="1"/>
          </p:nvPr>
        </p:nvSpPr>
        <p:spPr>
          <a:xfrm>
            <a:off x="3844813" y="552091"/>
            <a:ext cx="4668251" cy="5431536"/>
          </a:xfrm>
        </p:spPr>
        <p:txBody>
          <a:bodyPr anchor="ctr">
            <a:normAutofit/>
          </a:bodyPr>
          <a:lstStyle/>
          <a:p>
            <a:r>
              <a:rPr lang="en-US" sz="1900" dirty="0"/>
              <a:t>AI orchestration refers to the management and coordination of multiple AI models, tools, and workflows to ensure they work together seamlessly. This process is essential in complex AI systems where various components must interact efficiently to achieve desired outcomes. By orchestrating AI elements, organizations can optimize resource allocation, improve data integration, and enhance model performance.</a:t>
            </a:r>
            <a:endParaRPr lang="en-IN" sz="1900" dirty="0"/>
          </a:p>
        </p:txBody>
      </p:sp>
    </p:spTree>
    <p:extLst>
      <p:ext uri="{BB962C8B-B14F-4D97-AF65-F5344CB8AC3E}">
        <p14:creationId xmlns:p14="http://schemas.microsoft.com/office/powerpoint/2010/main" val="3010828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905D43-C947-3575-316A-627E9AA7BEBB}"/>
              </a:ext>
            </a:extLst>
          </p:cNvPr>
          <p:cNvSpPr>
            <a:spLocks noGrp="1"/>
          </p:cNvSpPr>
          <p:nvPr>
            <p:ph type="title"/>
          </p:nvPr>
        </p:nvSpPr>
        <p:spPr>
          <a:xfrm>
            <a:off x="628650" y="365125"/>
            <a:ext cx="7886700" cy="1325563"/>
          </a:xfrm>
        </p:spPr>
        <p:txBody>
          <a:bodyPr>
            <a:normAutofit/>
          </a:bodyPr>
          <a:lstStyle/>
          <a:p>
            <a:pPr>
              <a:lnSpc>
                <a:spcPct val="90000"/>
              </a:lnSpc>
            </a:pPr>
            <a:r>
              <a:rPr lang="en-US" sz="4000" b="1"/>
              <a:t>Why is AI orchestration important?</a:t>
            </a:r>
            <a:br>
              <a:rPr lang="en-US" sz="4000" b="1"/>
            </a:br>
            <a:endParaRPr lang="en-IN" sz="40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6FE7C6-656D-0DDA-83D2-FE466108150B}"/>
              </a:ext>
            </a:extLst>
          </p:cNvPr>
          <p:cNvSpPr>
            <a:spLocks noGrp="1"/>
          </p:cNvSpPr>
          <p:nvPr>
            <p:ph idx="1"/>
          </p:nvPr>
        </p:nvSpPr>
        <p:spPr>
          <a:xfrm>
            <a:off x="628650" y="1929384"/>
            <a:ext cx="7886700" cy="4251960"/>
          </a:xfrm>
        </p:spPr>
        <p:txBody>
          <a:bodyPr>
            <a:normAutofit/>
          </a:bodyPr>
          <a:lstStyle/>
          <a:p>
            <a:pPr marL="0" indent="0">
              <a:lnSpc>
                <a:spcPct val="90000"/>
              </a:lnSpc>
              <a:buNone/>
            </a:pPr>
            <a:r>
              <a:rPr lang="en-US" sz="1600" dirty="0"/>
              <a:t>AI orchestration ensures the seamless integration and collaboration of multiple AI systems, allowing them to function as a cohesive unit. As businesses increasingly rely on AI for various tasks, the complexity of managing these systems has grown. Effective orchestration alleviates this complexity by automating the interactions between different models and tools, thus reducing potential points of failure.</a:t>
            </a:r>
          </a:p>
          <a:p>
            <a:pPr marL="0" indent="0">
              <a:lnSpc>
                <a:spcPct val="90000"/>
              </a:lnSpc>
              <a:buNone/>
            </a:pPr>
            <a:endParaRPr lang="en-US" sz="1600" dirty="0"/>
          </a:p>
          <a:p>
            <a:pPr>
              <a:lnSpc>
                <a:spcPct val="90000"/>
              </a:lnSpc>
            </a:pPr>
            <a:r>
              <a:rPr lang="en-US" sz="1600" b="1" dirty="0"/>
              <a:t>Benefits of AI orchestration</a:t>
            </a:r>
          </a:p>
          <a:p>
            <a:pPr>
              <a:lnSpc>
                <a:spcPct val="90000"/>
              </a:lnSpc>
            </a:pPr>
            <a:r>
              <a:rPr lang="en-US" sz="1600" b="1" dirty="0"/>
              <a:t>Optimized efficiency:</a:t>
            </a:r>
            <a:r>
              <a:rPr lang="en-US" sz="1600" dirty="0"/>
              <a:t> Ensures that resources are allocated effectively, reducing redundancies and streamlining operations to save time and cost</a:t>
            </a:r>
          </a:p>
          <a:p>
            <a:pPr>
              <a:lnSpc>
                <a:spcPct val="90000"/>
              </a:lnSpc>
            </a:pPr>
            <a:r>
              <a:rPr lang="en-US" sz="1600" b="1" dirty="0"/>
              <a:t>Enhanced scalability:</a:t>
            </a:r>
            <a:r>
              <a:rPr lang="en-US" sz="1600" dirty="0"/>
              <a:t> Expands AI capabilities as demands grow, without compromising performance or reliability</a:t>
            </a:r>
          </a:p>
          <a:p>
            <a:pPr>
              <a:lnSpc>
                <a:spcPct val="90000"/>
              </a:lnSpc>
            </a:pPr>
            <a:r>
              <a:rPr lang="en-US" sz="1600" b="1" dirty="0"/>
              <a:t>Improved decision-making:</a:t>
            </a:r>
            <a:r>
              <a:rPr lang="en-US" sz="1600" dirty="0"/>
              <a:t> Enables the analysis of complex datasets and results in more comprehensive insights</a:t>
            </a:r>
          </a:p>
          <a:p>
            <a:pPr>
              <a:lnSpc>
                <a:spcPct val="90000"/>
              </a:lnSpc>
            </a:pPr>
            <a:r>
              <a:rPr lang="en-US" sz="1600" b="1" dirty="0"/>
              <a:t>Adaptability:</a:t>
            </a:r>
            <a:r>
              <a:rPr lang="en-US" sz="1600" dirty="0"/>
              <a:t> Swiftly adjusts to changes in the market and technological advancements, ensuring organizations remain competitive and innovative in a dynamic environment</a:t>
            </a:r>
          </a:p>
          <a:p>
            <a:pPr>
              <a:lnSpc>
                <a:spcPct val="90000"/>
              </a:lnSpc>
            </a:pPr>
            <a:endParaRPr lang="en-IN" sz="1600" dirty="0"/>
          </a:p>
        </p:txBody>
      </p:sp>
    </p:spTree>
    <p:extLst>
      <p:ext uri="{BB962C8B-B14F-4D97-AF65-F5344CB8AC3E}">
        <p14:creationId xmlns:p14="http://schemas.microsoft.com/office/powerpoint/2010/main" val="2027096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C91325-AD5A-D806-46A8-B9A193DC1526}"/>
              </a:ext>
            </a:extLst>
          </p:cNvPr>
          <p:cNvSpPr>
            <a:spLocks noGrp="1"/>
          </p:cNvSpPr>
          <p:nvPr>
            <p:ph type="title"/>
          </p:nvPr>
        </p:nvSpPr>
        <p:spPr>
          <a:xfrm>
            <a:off x="473202" y="640080"/>
            <a:ext cx="3614166" cy="1481328"/>
          </a:xfrm>
        </p:spPr>
        <p:txBody>
          <a:bodyPr anchor="b">
            <a:normAutofit/>
          </a:bodyPr>
          <a:lstStyle/>
          <a:p>
            <a:pPr>
              <a:lnSpc>
                <a:spcPct val="90000"/>
              </a:lnSpc>
            </a:pPr>
            <a:r>
              <a:rPr lang="en-US" sz="2900" b="1"/>
              <a:t>How does AI orchestration work?</a:t>
            </a:r>
            <a:br>
              <a:rPr lang="en-US" sz="2900" b="1"/>
            </a:br>
            <a:endParaRPr lang="en-IN" sz="2900"/>
          </a:p>
        </p:txBody>
      </p:sp>
      <p:sp>
        <p:nvSpPr>
          <p:cNvPr id="19"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5620AE-CF1C-3FD9-8DBE-613BCA85C18A}"/>
              </a:ext>
            </a:extLst>
          </p:cNvPr>
          <p:cNvSpPr>
            <a:spLocks noGrp="1"/>
          </p:cNvSpPr>
          <p:nvPr>
            <p:ph idx="1"/>
          </p:nvPr>
        </p:nvSpPr>
        <p:spPr>
          <a:xfrm>
            <a:off x="473202" y="2660904"/>
            <a:ext cx="3614166" cy="3547872"/>
          </a:xfrm>
        </p:spPr>
        <p:txBody>
          <a:bodyPr anchor="t">
            <a:normAutofit/>
          </a:bodyPr>
          <a:lstStyle/>
          <a:p>
            <a:pPr>
              <a:lnSpc>
                <a:spcPct val="90000"/>
              </a:lnSpc>
            </a:pPr>
            <a:r>
              <a:rPr lang="en-US" sz="1800"/>
              <a:t>AI orchestration manages and coordinates multiple AI models, tools, and systems to work together effectively. It serves as a sophisticated framework that binds various AI components into a cohesive unit, facilitating seamless communication and data exchange among them. By implementing AI orchestration, organizations can harness the power of diverse AI capabilities to create a more unified and robust solution.</a:t>
            </a:r>
          </a:p>
          <a:p>
            <a:pPr>
              <a:lnSpc>
                <a:spcPct val="90000"/>
              </a:lnSpc>
            </a:pPr>
            <a:endParaRPr lang="en-IN" sz="1800"/>
          </a:p>
        </p:txBody>
      </p:sp>
      <p:pic>
        <p:nvPicPr>
          <p:cNvPr id="5" name="Picture 4">
            <a:extLst>
              <a:ext uri="{FF2B5EF4-FFF2-40B4-BE49-F238E27FC236}">
                <a16:creationId xmlns:a16="http://schemas.microsoft.com/office/drawing/2014/main" id="{DE0884D7-004F-BD77-89E5-AD8A1EB31722}"/>
              </a:ext>
            </a:extLst>
          </p:cNvPr>
          <p:cNvPicPr>
            <a:picLocks noChangeAspect="1"/>
          </p:cNvPicPr>
          <p:nvPr/>
        </p:nvPicPr>
        <p:blipFill>
          <a:blip r:embed="rId2"/>
          <a:srcRect l="56" t="69" r="-56" b="1321"/>
          <a:stretch>
            <a:fillRect/>
          </a:stretch>
        </p:blipFill>
        <p:spPr>
          <a:xfrm>
            <a:off x="4574286" y="2485743"/>
            <a:ext cx="4094226" cy="1886514"/>
          </a:xfrm>
          <a:prstGeom prst="rect">
            <a:avLst/>
          </a:prstGeom>
        </p:spPr>
      </p:pic>
    </p:spTree>
    <p:extLst>
      <p:ext uri="{BB962C8B-B14F-4D97-AF65-F5344CB8AC3E}">
        <p14:creationId xmlns:p14="http://schemas.microsoft.com/office/powerpoint/2010/main" val="821303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2E1579-ED23-F566-598B-CF51A647FB76}"/>
              </a:ext>
            </a:extLst>
          </p:cNvPr>
          <p:cNvSpPr>
            <a:spLocks noGrp="1"/>
          </p:cNvSpPr>
          <p:nvPr>
            <p:ph type="title"/>
          </p:nvPr>
        </p:nvSpPr>
        <p:spPr>
          <a:xfrm>
            <a:off x="628650" y="365125"/>
            <a:ext cx="7886700" cy="1325563"/>
          </a:xfrm>
        </p:spPr>
        <p:txBody>
          <a:bodyPr>
            <a:normAutofit/>
          </a:bodyPr>
          <a:lstStyle/>
          <a:p>
            <a:pPr>
              <a:lnSpc>
                <a:spcPct val="90000"/>
              </a:lnSpc>
            </a:pPr>
            <a:r>
              <a:rPr lang="en-IN" sz="4300" b="1"/>
              <a:t>Components of AI orchestration</a:t>
            </a:r>
            <a:br>
              <a:rPr lang="en-IN" sz="4300"/>
            </a:br>
            <a:endParaRPr lang="en-IN" sz="4300"/>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3D3A000B-C072-BF87-ED22-01CA74CB4A2C}"/>
              </a:ext>
            </a:extLst>
          </p:cNvPr>
          <p:cNvSpPr>
            <a:spLocks noGrp="1"/>
          </p:cNvSpPr>
          <p:nvPr>
            <p:ph idx="1"/>
          </p:nvPr>
        </p:nvSpPr>
        <p:spPr>
          <a:xfrm>
            <a:off x="628650" y="1929384"/>
            <a:ext cx="7886700" cy="4251960"/>
          </a:xfrm>
        </p:spPr>
        <p:txBody>
          <a:bodyPr>
            <a:normAutofit/>
          </a:bodyPr>
          <a:lstStyle/>
          <a:p>
            <a:pPr>
              <a:lnSpc>
                <a:spcPct val="90000"/>
              </a:lnSpc>
            </a:pPr>
            <a:r>
              <a:rPr lang="en-IN" sz="1400" b="1" dirty="0"/>
              <a:t>Centralized management</a:t>
            </a:r>
            <a:endParaRPr lang="en-IN" sz="1400" dirty="0"/>
          </a:p>
          <a:p>
            <a:pPr lvl="1">
              <a:lnSpc>
                <a:spcPct val="90000"/>
              </a:lnSpc>
            </a:pPr>
            <a:r>
              <a:rPr lang="en-IN" sz="1400" dirty="0"/>
              <a:t>Provides a unified platform to oversee and control AI workflows, ensuring consistency, efficiency, and scalability across diverse AI applications</a:t>
            </a:r>
          </a:p>
          <a:p>
            <a:pPr>
              <a:lnSpc>
                <a:spcPct val="90000"/>
              </a:lnSpc>
            </a:pPr>
            <a:r>
              <a:rPr lang="en-IN" sz="1400" b="1" dirty="0"/>
              <a:t>Workflow automation</a:t>
            </a:r>
            <a:endParaRPr lang="en-IN" sz="1400" dirty="0"/>
          </a:p>
          <a:p>
            <a:pPr lvl="1">
              <a:lnSpc>
                <a:spcPct val="90000"/>
              </a:lnSpc>
            </a:pPr>
            <a:r>
              <a:rPr lang="en-IN" sz="1400" dirty="0"/>
              <a:t>Streamlines AI processes by automating repetitive tasks, reducing manual effort, and accelerating time-to-market for AI-powered solutions</a:t>
            </a:r>
          </a:p>
          <a:p>
            <a:pPr>
              <a:lnSpc>
                <a:spcPct val="90000"/>
              </a:lnSpc>
            </a:pPr>
            <a:r>
              <a:rPr lang="en-IN" sz="1400" b="1" dirty="0"/>
              <a:t>Decision coordination</a:t>
            </a:r>
            <a:endParaRPr lang="en-IN" sz="1400" dirty="0"/>
          </a:p>
          <a:p>
            <a:pPr lvl="1">
              <a:lnSpc>
                <a:spcPct val="90000"/>
              </a:lnSpc>
            </a:pPr>
            <a:r>
              <a:rPr lang="en-IN" sz="1400" dirty="0"/>
              <a:t>Facilitates collaboration among AI models and human decision-makers, enabling informed and efficient decision-making in complex scenarios</a:t>
            </a:r>
          </a:p>
          <a:p>
            <a:pPr>
              <a:lnSpc>
                <a:spcPct val="90000"/>
              </a:lnSpc>
            </a:pPr>
            <a:r>
              <a:rPr lang="en-IN" sz="1400" b="1" dirty="0"/>
              <a:t>Data management</a:t>
            </a:r>
            <a:endParaRPr lang="en-IN" sz="1400" dirty="0"/>
          </a:p>
          <a:p>
            <a:pPr lvl="1">
              <a:lnSpc>
                <a:spcPct val="90000"/>
              </a:lnSpc>
            </a:pPr>
            <a:r>
              <a:rPr lang="en-IN" sz="1400" dirty="0"/>
              <a:t>Ensures the quality, security, and accessibility of AI data, enabling efficient training, validation, and deployment of AI models</a:t>
            </a:r>
          </a:p>
          <a:p>
            <a:pPr>
              <a:lnSpc>
                <a:spcPct val="90000"/>
              </a:lnSpc>
            </a:pPr>
            <a:r>
              <a:rPr lang="en-IN" sz="1400" b="1" dirty="0"/>
              <a:t>Monitoring &amp; analytics</a:t>
            </a:r>
            <a:endParaRPr lang="en-IN" sz="1400" dirty="0"/>
          </a:p>
          <a:p>
            <a:pPr lvl="1">
              <a:lnSpc>
                <a:spcPct val="90000"/>
              </a:lnSpc>
            </a:pPr>
            <a:r>
              <a:rPr lang="en-IN" sz="1400" dirty="0"/>
              <a:t>Provides real-time insights into AI system performance, enabling proactive identification and resolution of issues</a:t>
            </a:r>
          </a:p>
          <a:p>
            <a:pPr>
              <a:lnSpc>
                <a:spcPct val="90000"/>
              </a:lnSpc>
            </a:pPr>
            <a:r>
              <a:rPr lang="en-IN" sz="1400" b="1" dirty="0"/>
              <a:t>Security &amp; compliance</a:t>
            </a:r>
            <a:endParaRPr lang="en-IN" sz="1400" dirty="0"/>
          </a:p>
          <a:p>
            <a:pPr lvl="1">
              <a:lnSpc>
                <a:spcPct val="90000"/>
              </a:lnSpc>
            </a:pPr>
            <a:r>
              <a:rPr lang="en-IN" sz="1400" dirty="0"/>
              <a:t>Protects AI systems and sensitive data from unauthorized access, ensuring adherence to industry regulations and ethical standards</a:t>
            </a:r>
          </a:p>
          <a:p>
            <a:pPr>
              <a:lnSpc>
                <a:spcPct val="90000"/>
              </a:lnSpc>
            </a:pPr>
            <a:endParaRPr lang="en-IN" sz="1300" dirty="0"/>
          </a:p>
        </p:txBody>
      </p:sp>
    </p:spTree>
    <p:extLst>
      <p:ext uri="{BB962C8B-B14F-4D97-AF65-F5344CB8AC3E}">
        <p14:creationId xmlns:p14="http://schemas.microsoft.com/office/powerpoint/2010/main" val="361658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AA81AE7-D95D-6DC0-9DA2-47AE36D5C9BC}"/>
              </a:ext>
            </a:extLst>
          </p:cNvPr>
          <p:cNvSpPr>
            <a:spLocks noGrp="1"/>
          </p:cNvSpPr>
          <p:nvPr>
            <p:ph type="title"/>
          </p:nvPr>
        </p:nvSpPr>
        <p:spPr>
          <a:xfrm>
            <a:off x="836676" y="548640"/>
            <a:ext cx="7626096" cy="1179576"/>
          </a:xfrm>
        </p:spPr>
        <p:txBody>
          <a:bodyPr>
            <a:normAutofit/>
          </a:bodyPr>
          <a:lstStyle/>
          <a:p>
            <a:pPr>
              <a:lnSpc>
                <a:spcPct val="90000"/>
              </a:lnSpc>
            </a:pPr>
            <a:r>
              <a:rPr lang="en-US" sz="3000"/>
              <a:t>The essential components of agentic AI systems</a:t>
            </a:r>
            <a:br>
              <a:rPr lang="en-US" sz="3000"/>
            </a:br>
            <a:endParaRPr lang="en-IN" sz="3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AEB97DA-4D24-C88B-843B-A49CB568E650}"/>
              </a:ext>
            </a:extLst>
          </p:cNvPr>
          <p:cNvSpPr>
            <a:spLocks noGrp="1"/>
          </p:cNvSpPr>
          <p:nvPr>
            <p:ph idx="1"/>
          </p:nvPr>
        </p:nvSpPr>
        <p:spPr>
          <a:xfrm>
            <a:off x="836676" y="2481943"/>
            <a:ext cx="7626096" cy="3695020"/>
          </a:xfrm>
        </p:spPr>
        <p:txBody>
          <a:bodyPr>
            <a:normAutofit/>
          </a:bodyPr>
          <a:lstStyle/>
          <a:p>
            <a:r>
              <a:rPr lang="en-US" sz="1900"/>
              <a:t>Production agentic systems need five core components working together in continuous loops. Understanding each helps you architect systems that actually scale.</a:t>
            </a:r>
            <a:endParaRPr lang="en-IN" sz="1900"/>
          </a:p>
        </p:txBody>
      </p:sp>
    </p:spTree>
    <p:extLst>
      <p:ext uri="{BB962C8B-B14F-4D97-AF65-F5344CB8AC3E}">
        <p14:creationId xmlns:p14="http://schemas.microsoft.com/office/powerpoint/2010/main" val="1497019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1B3BC25-04FA-1BFA-6ED3-38513AF9CCEC}"/>
              </a:ext>
            </a:extLst>
          </p:cNvPr>
          <p:cNvSpPr>
            <a:spLocks noGrp="1"/>
          </p:cNvSpPr>
          <p:nvPr>
            <p:ph type="title"/>
          </p:nvPr>
        </p:nvSpPr>
        <p:spPr>
          <a:xfrm>
            <a:off x="836676" y="548640"/>
            <a:ext cx="7626096" cy="1179576"/>
          </a:xfrm>
        </p:spPr>
        <p:txBody>
          <a:bodyPr>
            <a:normAutofit/>
          </a:bodyPr>
          <a:lstStyle/>
          <a:p>
            <a:r>
              <a:rPr lang="en-IN" sz="3500"/>
              <a:t>Perception Module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1745E6F-ECEB-1595-DE5F-47344CC57546}"/>
              </a:ext>
            </a:extLst>
          </p:cNvPr>
          <p:cNvSpPr>
            <a:spLocks noGrp="1"/>
          </p:cNvSpPr>
          <p:nvPr>
            <p:ph idx="1"/>
          </p:nvPr>
        </p:nvSpPr>
        <p:spPr>
          <a:xfrm>
            <a:off x="836676" y="2481943"/>
            <a:ext cx="7626096" cy="3695020"/>
          </a:xfrm>
        </p:spPr>
        <p:txBody>
          <a:bodyPr>
            <a:normAutofit/>
          </a:bodyPr>
          <a:lstStyle/>
          <a:p>
            <a:r>
              <a:rPr lang="en-IN" sz="1900" b="1"/>
              <a:t>Purpose:</a:t>
            </a:r>
          </a:p>
          <a:p>
            <a:pPr lvl="1"/>
            <a:r>
              <a:rPr lang="en-IN" sz="1900"/>
              <a:t>Collects and interprets data from the environment.</a:t>
            </a:r>
          </a:p>
          <a:p>
            <a:r>
              <a:rPr lang="en-IN" sz="1900" b="1"/>
              <a:t>Key Functions:</a:t>
            </a:r>
          </a:p>
          <a:p>
            <a:pPr lvl="1"/>
            <a:r>
              <a:rPr lang="en-IN" sz="1900"/>
              <a:t>Sensor data acquisition (camera, LiDAR, audio, IoT sensors)</a:t>
            </a:r>
          </a:p>
          <a:p>
            <a:pPr lvl="1"/>
            <a:r>
              <a:rPr lang="en-IN" sz="1900"/>
              <a:t>Noise reduction &amp; signal processing</a:t>
            </a:r>
          </a:p>
          <a:p>
            <a:pPr lvl="1"/>
            <a:r>
              <a:rPr lang="en-IN" sz="1900"/>
              <a:t>Object detection, pattern recognition</a:t>
            </a:r>
          </a:p>
          <a:p>
            <a:pPr lvl="1"/>
            <a:r>
              <a:rPr lang="en-IN" sz="1900"/>
              <a:t>Scene understanding &amp; state estimation</a:t>
            </a:r>
          </a:p>
          <a:p>
            <a:r>
              <a:rPr lang="en-IN" sz="1900" b="1"/>
              <a:t>Outcome:</a:t>
            </a:r>
          </a:p>
          <a:p>
            <a:pPr lvl="1"/>
            <a:r>
              <a:rPr lang="en-IN" sz="1900"/>
              <a:t>Converts raw data → meaningful information about the environment.</a:t>
            </a:r>
          </a:p>
          <a:p>
            <a:endParaRPr lang="en-IN" sz="1900"/>
          </a:p>
        </p:txBody>
      </p:sp>
    </p:spTree>
    <p:extLst>
      <p:ext uri="{BB962C8B-B14F-4D97-AF65-F5344CB8AC3E}">
        <p14:creationId xmlns:p14="http://schemas.microsoft.com/office/powerpoint/2010/main" val="1823525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9EB7F-345E-AB1B-F11A-019FBB9C92E8}"/>
              </a:ext>
            </a:extLst>
          </p:cNvPr>
          <p:cNvSpPr>
            <a:spLocks noGrp="1"/>
          </p:cNvSpPr>
          <p:nvPr>
            <p:ph type="title"/>
          </p:nvPr>
        </p:nvSpPr>
        <p:spPr>
          <a:xfrm>
            <a:off x="836676" y="548640"/>
            <a:ext cx="7626096" cy="1179576"/>
          </a:xfrm>
        </p:spPr>
        <p:txBody>
          <a:bodyPr>
            <a:normAutofit/>
          </a:bodyPr>
          <a:lstStyle/>
          <a:p>
            <a:r>
              <a:rPr lang="en-IN" sz="3500"/>
              <a:t>Reasoning &amp; Planning Engine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23D6A60-7334-0680-81F2-5465E3E373E9}"/>
              </a:ext>
            </a:extLst>
          </p:cNvPr>
          <p:cNvSpPr>
            <a:spLocks noGrp="1"/>
          </p:cNvSpPr>
          <p:nvPr>
            <p:ph idx="1"/>
          </p:nvPr>
        </p:nvSpPr>
        <p:spPr>
          <a:xfrm>
            <a:off x="836676" y="2481943"/>
            <a:ext cx="7626096" cy="3695020"/>
          </a:xfrm>
        </p:spPr>
        <p:txBody>
          <a:bodyPr>
            <a:normAutofit/>
          </a:bodyPr>
          <a:lstStyle/>
          <a:p>
            <a:r>
              <a:rPr lang="en-IN" sz="1900" b="1"/>
              <a:t>Purpose:</a:t>
            </a:r>
            <a:endParaRPr lang="en-IN" sz="1900"/>
          </a:p>
          <a:p>
            <a:pPr lvl="1"/>
            <a:r>
              <a:rPr lang="en-IN" sz="1900"/>
              <a:t>Makes decisions and creates an optimal plan of action.</a:t>
            </a:r>
          </a:p>
          <a:p>
            <a:r>
              <a:rPr lang="en-IN" sz="1900" b="1"/>
              <a:t>Key Functions:</a:t>
            </a:r>
            <a:endParaRPr lang="en-IN" sz="1900"/>
          </a:p>
          <a:p>
            <a:pPr lvl="1"/>
            <a:r>
              <a:rPr lang="en-IN" sz="1900"/>
              <a:t>Logical reasoning &amp; inference</a:t>
            </a:r>
          </a:p>
          <a:p>
            <a:pPr lvl="1"/>
            <a:r>
              <a:rPr lang="en-IN" sz="1900"/>
              <a:t>Goal‑based decision making</a:t>
            </a:r>
          </a:p>
          <a:p>
            <a:pPr lvl="1"/>
            <a:r>
              <a:rPr lang="en-IN" sz="1900"/>
              <a:t>Path and task planning</a:t>
            </a:r>
          </a:p>
          <a:p>
            <a:pPr lvl="1"/>
            <a:r>
              <a:rPr lang="en-IN" sz="1900"/>
              <a:t>Risk assessment &amp; optimization</a:t>
            </a:r>
          </a:p>
          <a:p>
            <a:r>
              <a:rPr lang="en-IN" sz="1900" b="1"/>
              <a:t>Outcome:</a:t>
            </a:r>
            <a:endParaRPr lang="en-IN" sz="1900"/>
          </a:p>
          <a:p>
            <a:pPr lvl="1"/>
            <a:r>
              <a:rPr lang="en-IN" sz="1900"/>
              <a:t>Produces a clear, step‑by‑step plan for execution.</a:t>
            </a:r>
          </a:p>
          <a:p>
            <a:endParaRPr lang="en-IN" sz="1900"/>
          </a:p>
        </p:txBody>
      </p:sp>
    </p:spTree>
    <p:extLst>
      <p:ext uri="{BB962C8B-B14F-4D97-AF65-F5344CB8AC3E}">
        <p14:creationId xmlns:p14="http://schemas.microsoft.com/office/powerpoint/2010/main" val="461657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5F3934-DDA6-AF95-08B9-BE095160052B}"/>
              </a:ext>
            </a:extLst>
          </p:cNvPr>
          <p:cNvSpPr>
            <a:spLocks noGrp="1"/>
          </p:cNvSpPr>
          <p:nvPr>
            <p:ph type="title"/>
          </p:nvPr>
        </p:nvSpPr>
        <p:spPr>
          <a:xfrm>
            <a:off x="836676" y="548640"/>
            <a:ext cx="7626096" cy="1179576"/>
          </a:xfrm>
        </p:spPr>
        <p:txBody>
          <a:bodyPr>
            <a:normAutofit/>
          </a:bodyPr>
          <a:lstStyle/>
          <a:p>
            <a:r>
              <a:rPr lang="en-IN" sz="3500"/>
              <a:t>Memory Systems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BCC9E45-CF0B-B0D8-62F3-7284036AB2C1}"/>
              </a:ext>
            </a:extLst>
          </p:cNvPr>
          <p:cNvSpPr>
            <a:spLocks noGrp="1"/>
          </p:cNvSpPr>
          <p:nvPr>
            <p:ph idx="1"/>
          </p:nvPr>
        </p:nvSpPr>
        <p:spPr>
          <a:xfrm>
            <a:off x="836676" y="2481943"/>
            <a:ext cx="7626096" cy="3695020"/>
          </a:xfrm>
        </p:spPr>
        <p:txBody>
          <a:bodyPr>
            <a:normAutofit/>
          </a:bodyPr>
          <a:lstStyle/>
          <a:p>
            <a:r>
              <a:rPr lang="en-IN" sz="1900" b="1"/>
              <a:t>Purpose:</a:t>
            </a:r>
            <a:endParaRPr lang="en-IN" sz="1900"/>
          </a:p>
          <a:p>
            <a:pPr lvl="1"/>
            <a:r>
              <a:rPr lang="en-IN" sz="1900"/>
              <a:t>Store knowledge, experiences, and learned behaviors.</a:t>
            </a:r>
          </a:p>
          <a:p>
            <a:r>
              <a:rPr lang="en-IN" sz="1900" b="1"/>
              <a:t>Types of Memory:</a:t>
            </a:r>
            <a:endParaRPr lang="en-IN" sz="1900"/>
          </a:p>
          <a:p>
            <a:pPr lvl="1"/>
            <a:r>
              <a:rPr lang="en-IN" sz="1900" b="1"/>
              <a:t>Working Memory:</a:t>
            </a:r>
            <a:r>
              <a:rPr lang="en-IN" sz="1900"/>
              <a:t> Temporary task-related data</a:t>
            </a:r>
          </a:p>
          <a:p>
            <a:pPr lvl="1"/>
            <a:r>
              <a:rPr lang="en-IN" sz="1900" b="1"/>
              <a:t>Long‑Term Memory:</a:t>
            </a:r>
            <a:r>
              <a:rPr lang="en-IN" sz="1900"/>
              <a:t> Models, rules, skills</a:t>
            </a:r>
          </a:p>
          <a:p>
            <a:pPr lvl="1"/>
            <a:r>
              <a:rPr lang="en-IN" sz="1900" b="1"/>
              <a:t>Episodic Memory:</a:t>
            </a:r>
            <a:r>
              <a:rPr lang="en-IN" sz="1900"/>
              <a:t> Past events, successes/failures</a:t>
            </a:r>
          </a:p>
          <a:p>
            <a:pPr lvl="1"/>
            <a:r>
              <a:rPr lang="en-IN" sz="1900" b="1"/>
              <a:t>Semantic Memory:</a:t>
            </a:r>
            <a:r>
              <a:rPr lang="en-IN" sz="1900"/>
              <a:t> Facts, relationships, general knowledge</a:t>
            </a:r>
          </a:p>
          <a:p>
            <a:r>
              <a:rPr lang="en-IN" sz="1900" b="1"/>
              <a:t>Outcome:</a:t>
            </a:r>
            <a:endParaRPr lang="en-IN" sz="1900"/>
          </a:p>
          <a:p>
            <a:pPr lvl="1"/>
            <a:r>
              <a:rPr lang="en-IN" sz="1900"/>
              <a:t>Supports learning, adaptation, and consistent performance.</a:t>
            </a:r>
          </a:p>
          <a:p>
            <a:endParaRPr lang="en-IN" sz="1900"/>
          </a:p>
        </p:txBody>
      </p:sp>
    </p:spTree>
    <p:extLst>
      <p:ext uri="{BB962C8B-B14F-4D97-AF65-F5344CB8AC3E}">
        <p14:creationId xmlns:p14="http://schemas.microsoft.com/office/powerpoint/2010/main" val="3360848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A39267-4EB1-7BF2-ED50-14E4E6F96D98}"/>
              </a:ext>
            </a:extLst>
          </p:cNvPr>
          <p:cNvSpPr>
            <a:spLocks noGrp="1"/>
          </p:cNvSpPr>
          <p:nvPr>
            <p:ph type="title"/>
          </p:nvPr>
        </p:nvSpPr>
        <p:spPr>
          <a:xfrm>
            <a:off x="836676" y="548640"/>
            <a:ext cx="7626096" cy="1179576"/>
          </a:xfrm>
        </p:spPr>
        <p:txBody>
          <a:bodyPr>
            <a:normAutofit/>
          </a:bodyPr>
          <a:lstStyle/>
          <a:p>
            <a:r>
              <a:rPr lang="en-IN" sz="3500"/>
              <a:t>Action &amp; Execution Module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D1F2513-4FF7-4526-A99D-D2DDF763E932}"/>
              </a:ext>
            </a:extLst>
          </p:cNvPr>
          <p:cNvSpPr>
            <a:spLocks noGrp="1"/>
          </p:cNvSpPr>
          <p:nvPr>
            <p:ph idx="1"/>
          </p:nvPr>
        </p:nvSpPr>
        <p:spPr>
          <a:xfrm>
            <a:off x="836676" y="2481943"/>
            <a:ext cx="7626096" cy="3695020"/>
          </a:xfrm>
        </p:spPr>
        <p:txBody>
          <a:bodyPr>
            <a:normAutofit/>
          </a:bodyPr>
          <a:lstStyle/>
          <a:p>
            <a:r>
              <a:rPr lang="en-IN" sz="1900" b="1"/>
              <a:t>Purpose:</a:t>
            </a:r>
            <a:endParaRPr lang="en-IN" sz="1900"/>
          </a:p>
          <a:p>
            <a:pPr lvl="1"/>
            <a:r>
              <a:rPr lang="en-IN" sz="1900"/>
              <a:t>Converts plans into real-world physical or digital actions.</a:t>
            </a:r>
          </a:p>
          <a:p>
            <a:r>
              <a:rPr lang="en-IN" sz="1900" b="1"/>
              <a:t>Key Functions:</a:t>
            </a:r>
            <a:endParaRPr lang="en-IN" sz="1900"/>
          </a:p>
          <a:p>
            <a:pPr lvl="1"/>
            <a:r>
              <a:rPr lang="en-IN" sz="1900"/>
              <a:t>Motor/actuator control</a:t>
            </a:r>
          </a:p>
          <a:p>
            <a:pPr lvl="1"/>
            <a:r>
              <a:rPr lang="en-IN" sz="1900"/>
              <a:t>Motion path execution</a:t>
            </a:r>
          </a:p>
          <a:p>
            <a:pPr lvl="1"/>
            <a:r>
              <a:rPr lang="en-IN" sz="1900"/>
              <a:t>Task sequencing &amp; coordination</a:t>
            </a:r>
          </a:p>
          <a:p>
            <a:pPr lvl="1"/>
            <a:r>
              <a:rPr lang="en-IN" sz="1900"/>
              <a:t>Error detection during execution</a:t>
            </a:r>
          </a:p>
          <a:p>
            <a:r>
              <a:rPr lang="en-IN" sz="1900" b="1"/>
              <a:t>Outcome:</a:t>
            </a:r>
            <a:endParaRPr lang="en-IN" sz="1900"/>
          </a:p>
          <a:p>
            <a:pPr lvl="1"/>
            <a:r>
              <a:rPr lang="en-IN" sz="1900"/>
              <a:t>Performs actions accurately, safely, and efficiently.</a:t>
            </a:r>
          </a:p>
          <a:p>
            <a:pPr marL="0" indent="0">
              <a:buNone/>
            </a:pPr>
            <a:endParaRPr lang="en-IN" sz="1900"/>
          </a:p>
        </p:txBody>
      </p:sp>
    </p:spTree>
    <p:extLst>
      <p:ext uri="{BB962C8B-B14F-4D97-AF65-F5344CB8AC3E}">
        <p14:creationId xmlns:p14="http://schemas.microsoft.com/office/powerpoint/2010/main" val="3128875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18B616-9878-ABF3-CEAA-C521B02964B3}"/>
              </a:ext>
            </a:extLst>
          </p:cNvPr>
          <p:cNvSpPr>
            <a:spLocks noGrp="1"/>
          </p:cNvSpPr>
          <p:nvPr>
            <p:ph type="title"/>
          </p:nvPr>
        </p:nvSpPr>
        <p:spPr>
          <a:xfrm>
            <a:off x="836676" y="548640"/>
            <a:ext cx="7626096" cy="1179576"/>
          </a:xfrm>
        </p:spPr>
        <p:txBody>
          <a:bodyPr>
            <a:normAutofit/>
          </a:bodyPr>
          <a:lstStyle/>
          <a:p>
            <a:r>
              <a:rPr lang="en-IN" sz="3500"/>
              <a:t>Feedback Loops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6D611AF-10A6-CD9C-7985-0B735D4AC448}"/>
              </a:ext>
            </a:extLst>
          </p:cNvPr>
          <p:cNvSpPr>
            <a:spLocks noGrp="1"/>
          </p:cNvSpPr>
          <p:nvPr>
            <p:ph idx="1"/>
          </p:nvPr>
        </p:nvSpPr>
        <p:spPr>
          <a:xfrm>
            <a:off x="836676" y="2481943"/>
            <a:ext cx="7626096" cy="3695020"/>
          </a:xfrm>
        </p:spPr>
        <p:txBody>
          <a:bodyPr>
            <a:normAutofit/>
          </a:bodyPr>
          <a:lstStyle/>
          <a:p>
            <a:r>
              <a:rPr lang="en-IN" sz="1900" b="1"/>
              <a:t>Purpose:</a:t>
            </a:r>
            <a:endParaRPr lang="en-IN" sz="1900"/>
          </a:p>
          <a:p>
            <a:pPr lvl="1"/>
            <a:r>
              <a:rPr lang="en-IN" sz="1900"/>
              <a:t>Enable self‑correction, adaptation, and continuous improvement.</a:t>
            </a:r>
          </a:p>
          <a:p>
            <a:r>
              <a:rPr lang="en-IN" sz="1900" b="1"/>
              <a:t>Types of Feedback:</a:t>
            </a:r>
            <a:endParaRPr lang="en-IN" sz="1900"/>
          </a:p>
          <a:p>
            <a:pPr lvl="1"/>
            <a:r>
              <a:rPr lang="en-IN" sz="1900" b="1"/>
              <a:t>Internal:</a:t>
            </a:r>
            <a:r>
              <a:rPr lang="en-IN" sz="1900"/>
              <a:t> System health, motor load, performance metrics</a:t>
            </a:r>
          </a:p>
          <a:p>
            <a:pPr lvl="1"/>
            <a:r>
              <a:rPr lang="en-IN" sz="1900" b="1"/>
              <a:t>External:</a:t>
            </a:r>
            <a:r>
              <a:rPr lang="en-IN" sz="1900"/>
              <a:t> Environmental response, user feedback</a:t>
            </a:r>
          </a:p>
          <a:p>
            <a:pPr lvl="1"/>
            <a:r>
              <a:rPr lang="en-IN" sz="1900" b="1"/>
              <a:t>Learning Feedback:</a:t>
            </a:r>
            <a:r>
              <a:rPr lang="en-IN" sz="1900"/>
              <a:t> Reinforcement learning signals</a:t>
            </a:r>
          </a:p>
          <a:p>
            <a:r>
              <a:rPr lang="en-IN" sz="1900" b="1"/>
              <a:t>Functions:</a:t>
            </a:r>
            <a:endParaRPr lang="en-IN" sz="1900"/>
          </a:p>
          <a:p>
            <a:pPr lvl="1"/>
            <a:r>
              <a:rPr lang="en-IN" sz="1900"/>
              <a:t>Compare expected vs. actual results</a:t>
            </a:r>
          </a:p>
          <a:p>
            <a:pPr lvl="1"/>
            <a:r>
              <a:rPr lang="en-IN" sz="1900"/>
              <a:t>Adjust behaviors &amp; update memory</a:t>
            </a:r>
          </a:p>
          <a:p>
            <a:pPr lvl="1"/>
            <a:r>
              <a:rPr lang="en-IN" sz="1900"/>
              <a:t>Improve performance over time</a:t>
            </a:r>
          </a:p>
          <a:p>
            <a:endParaRPr lang="en-IN" sz="1900"/>
          </a:p>
        </p:txBody>
      </p:sp>
    </p:spTree>
    <p:extLst>
      <p:ext uri="{BB962C8B-B14F-4D97-AF65-F5344CB8AC3E}">
        <p14:creationId xmlns:p14="http://schemas.microsoft.com/office/powerpoint/2010/main" val="585692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00D770-A21C-2DA6-6839-8D03B1283172}"/>
              </a:ext>
            </a:extLst>
          </p:cNvPr>
          <p:cNvSpPr>
            <a:spLocks noGrp="1"/>
          </p:cNvSpPr>
          <p:nvPr>
            <p:ph type="title"/>
          </p:nvPr>
        </p:nvSpPr>
        <p:spPr>
          <a:xfrm>
            <a:off x="628650" y="365125"/>
            <a:ext cx="7886700" cy="1325563"/>
          </a:xfrm>
        </p:spPr>
        <p:txBody>
          <a:bodyPr>
            <a:normAutofit/>
          </a:bodyPr>
          <a:lstStyle/>
          <a:p>
            <a:r>
              <a:rPr lang="en-IN" sz="4700"/>
              <a:t> Agent Frameworks &amp; Tools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29C8ADD-8235-E521-7330-E7B66E59982F}"/>
              </a:ext>
            </a:extLst>
          </p:cNvPr>
          <p:cNvSpPr>
            <a:spLocks noGrp="1"/>
          </p:cNvSpPr>
          <p:nvPr>
            <p:ph idx="1"/>
          </p:nvPr>
        </p:nvSpPr>
        <p:spPr>
          <a:xfrm>
            <a:off x="628650" y="1929384"/>
            <a:ext cx="7886700" cy="4251960"/>
          </a:xfrm>
        </p:spPr>
        <p:txBody>
          <a:bodyPr>
            <a:normAutofit/>
          </a:bodyPr>
          <a:lstStyle/>
          <a:p>
            <a:pPr marL="0" indent="0">
              <a:lnSpc>
                <a:spcPct val="90000"/>
              </a:lnSpc>
              <a:buNone/>
            </a:pPr>
            <a:r>
              <a:rPr lang="en-IN" sz="1000" b="1"/>
              <a:t>LangChain</a:t>
            </a:r>
            <a:endParaRPr lang="en-IN" sz="1000"/>
          </a:p>
          <a:p>
            <a:pPr lvl="1">
              <a:lnSpc>
                <a:spcPct val="90000"/>
              </a:lnSpc>
            </a:pPr>
            <a:r>
              <a:rPr lang="en-IN" sz="1000" b="1"/>
              <a:t>What It Is</a:t>
            </a:r>
            <a:br>
              <a:rPr lang="en-IN" sz="1000"/>
            </a:br>
            <a:r>
              <a:rPr lang="en-IN" sz="1000"/>
              <a:t>A framework for building LLM‑powered applications using </a:t>
            </a:r>
            <a:r>
              <a:rPr lang="en-IN" sz="1000" b="1"/>
              <a:t>chains</a:t>
            </a:r>
            <a:r>
              <a:rPr lang="en-IN" sz="1000"/>
              <a:t>, </a:t>
            </a:r>
            <a:r>
              <a:rPr lang="en-IN" sz="1000" b="1"/>
              <a:t>tools</a:t>
            </a:r>
            <a:r>
              <a:rPr lang="en-IN" sz="1000"/>
              <a:t>, and </a:t>
            </a:r>
            <a:r>
              <a:rPr lang="en-IN" sz="1000" b="1"/>
              <a:t>agent architectures</a:t>
            </a:r>
            <a:r>
              <a:rPr lang="en-IN" sz="1000"/>
              <a:t>.</a:t>
            </a:r>
          </a:p>
          <a:p>
            <a:pPr marL="0" indent="0">
              <a:lnSpc>
                <a:spcPct val="90000"/>
              </a:lnSpc>
              <a:buNone/>
            </a:pPr>
            <a:r>
              <a:rPr lang="en-IN" sz="1000" b="1"/>
              <a:t>AutoGen</a:t>
            </a:r>
            <a:endParaRPr lang="en-IN" sz="1000"/>
          </a:p>
          <a:p>
            <a:pPr lvl="1">
              <a:lnSpc>
                <a:spcPct val="90000"/>
              </a:lnSpc>
            </a:pPr>
            <a:r>
              <a:rPr lang="en-IN" sz="1000" b="1"/>
              <a:t>What It Is</a:t>
            </a:r>
            <a:br>
              <a:rPr lang="en-IN" sz="1000"/>
            </a:br>
            <a:r>
              <a:rPr lang="en-IN" sz="1000"/>
              <a:t>A multi‑agent framework by Microsoft Research that enables </a:t>
            </a:r>
            <a:r>
              <a:rPr lang="en-IN" sz="1000" b="1"/>
              <a:t>autonomous collaboration</a:t>
            </a:r>
            <a:r>
              <a:rPr lang="en-IN" sz="1000"/>
              <a:t> between multiple LLM agents.</a:t>
            </a:r>
          </a:p>
          <a:p>
            <a:pPr marL="0" indent="0">
              <a:lnSpc>
                <a:spcPct val="90000"/>
              </a:lnSpc>
              <a:buNone/>
            </a:pPr>
            <a:r>
              <a:rPr lang="en-IN" sz="1000" b="1"/>
              <a:t>LangGraph</a:t>
            </a:r>
            <a:endParaRPr lang="en-IN" sz="1000"/>
          </a:p>
          <a:p>
            <a:pPr lvl="1">
              <a:lnSpc>
                <a:spcPct val="90000"/>
              </a:lnSpc>
            </a:pPr>
            <a:r>
              <a:rPr lang="en-IN" sz="1000" b="1"/>
              <a:t>What It Is</a:t>
            </a:r>
            <a:br>
              <a:rPr lang="en-IN" sz="1000"/>
            </a:br>
            <a:r>
              <a:rPr lang="en-IN" sz="1000"/>
              <a:t>A framework for building </a:t>
            </a:r>
            <a:r>
              <a:rPr lang="en-IN" sz="1000" b="1"/>
              <a:t>stateful, graph‑structured agents</a:t>
            </a:r>
            <a:r>
              <a:rPr lang="en-IN" sz="1000"/>
              <a:t> with explicit control over loops, memory, and transitions.</a:t>
            </a:r>
          </a:p>
          <a:p>
            <a:pPr lvl="1">
              <a:lnSpc>
                <a:spcPct val="90000"/>
              </a:lnSpc>
            </a:pPr>
            <a:endParaRPr lang="en-IN" sz="1000"/>
          </a:p>
          <a:p>
            <a:pPr marL="0" indent="0">
              <a:lnSpc>
                <a:spcPct val="90000"/>
              </a:lnSpc>
              <a:buNone/>
            </a:pPr>
            <a:r>
              <a:rPr lang="en-IN" sz="1000" b="1"/>
              <a:t>Role of LLMs like GPT‑4</a:t>
            </a:r>
          </a:p>
          <a:p>
            <a:pPr marL="0" indent="0">
              <a:lnSpc>
                <a:spcPct val="90000"/>
              </a:lnSpc>
              <a:buNone/>
            </a:pPr>
            <a:endParaRPr lang="en-IN" sz="1000"/>
          </a:p>
          <a:p>
            <a:pPr marL="0" indent="0">
              <a:lnSpc>
                <a:spcPct val="90000"/>
              </a:lnSpc>
              <a:buNone/>
            </a:pPr>
            <a:r>
              <a:rPr lang="en-IN" sz="1000" b="1"/>
              <a:t>Why LLMs Matter in Agent Systems </a:t>
            </a:r>
          </a:p>
          <a:p>
            <a:pPr marL="0" indent="0">
              <a:lnSpc>
                <a:spcPct val="90000"/>
              </a:lnSpc>
              <a:buNone/>
            </a:pPr>
            <a:r>
              <a:rPr lang="en-IN" sz="1000"/>
              <a:t>Large Language Models such as GPT‑4 act as the </a:t>
            </a:r>
            <a:r>
              <a:rPr lang="en-IN" sz="1000" b="1"/>
              <a:t>core reasoning engine</a:t>
            </a:r>
            <a:r>
              <a:rPr lang="en-IN" sz="1000"/>
              <a:t> behind modern agents. They enable agents to:</a:t>
            </a:r>
          </a:p>
          <a:p>
            <a:pPr>
              <a:lnSpc>
                <a:spcPct val="90000"/>
              </a:lnSpc>
            </a:pPr>
            <a:r>
              <a:rPr lang="en-IN" sz="1000" b="1"/>
              <a:t>Interpret Inputs</a:t>
            </a:r>
            <a:endParaRPr lang="en-IN" sz="1000"/>
          </a:p>
          <a:p>
            <a:pPr>
              <a:lnSpc>
                <a:spcPct val="90000"/>
              </a:lnSpc>
            </a:pPr>
            <a:r>
              <a:rPr lang="en-IN" sz="1000"/>
              <a:t>Understand natural‑language instructions, queries, or environment descriptions.</a:t>
            </a:r>
          </a:p>
          <a:p>
            <a:pPr>
              <a:lnSpc>
                <a:spcPct val="90000"/>
              </a:lnSpc>
            </a:pPr>
            <a:r>
              <a:rPr lang="en-IN" sz="1000" b="1"/>
              <a:t>Reason &amp; Plan</a:t>
            </a:r>
            <a:endParaRPr lang="en-IN" sz="1000"/>
          </a:p>
          <a:p>
            <a:pPr>
              <a:lnSpc>
                <a:spcPct val="90000"/>
              </a:lnSpc>
            </a:pPr>
            <a:r>
              <a:rPr lang="en-IN" sz="1000"/>
              <a:t>Break tasks into structured steps, choose tools, and determine logical flow.</a:t>
            </a:r>
          </a:p>
          <a:p>
            <a:pPr>
              <a:lnSpc>
                <a:spcPct val="90000"/>
              </a:lnSpc>
            </a:pPr>
            <a:r>
              <a:rPr lang="en-IN" sz="1000" b="1"/>
              <a:t>Generalize</a:t>
            </a:r>
            <a:endParaRPr lang="en-IN" sz="1000"/>
          </a:p>
          <a:p>
            <a:pPr>
              <a:lnSpc>
                <a:spcPct val="90000"/>
              </a:lnSpc>
            </a:pPr>
            <a:r>
              <a:rPr lang="en-IN" sz="1000"/>
              <a:t>Handle unseen queries with flexible reasoning capabilities.</a:t>
            </a:r>
          </a:p>
          <a:p>
            <a:pPr>
              <a:lnSpc>
                <a:spcPct val="90000"/>
              </a:lnSpc>
            </a:pPr>
            <a:r>
              <a:rPr lang="en-IN" sz="1000" b="1"/>
              <a:t>Collaborate</a:t>
            </a:r>
            <a:endParaRPr lang="en-IN" sz="1000"/>
          </a:p>
          <a:p>
            <a:pPr>
              <a:lnSpc>
                <a:spcPct val="90000"/>
              </a:lnSpc>
            </a:pPr>
            <a:r>
              <a:rPr lang="en-IN" sz="1000"/>
              <a:t>Communicate with other agents through natural language or structured messages.</a:t>
            </a:r>
          </a:p>
          <a:p>
            <a:pPr>
              <a:lnSpc>
                <a:spcPct val="90000"/>
              </a:lnSpc>
            </a:pPr>
            <a:r>
              <a:rPr lang="en-IN" sz="1000" b="1"/>
              <a:t>Enhance Intelligence</a:t>
            </a:r>
            <a:endParaRPr lang="en-IN" sz="1000"/>
          </a:p>
          <a:p>
            <a:pPr>
              <a:lnSpc>
                <a:spcPct val="90000"/>
              </a:lnSpc>
            </a:pPr>
            <a:r>
              <a:rPr lang="en-IN" sz="1000"/>
              <a:t>Combine reasoning + tool use + memory to act more like autonomous decision‑makers.</a:t>
            </a:r>
          </a:p>
          <a:p>
            <a:pPr marL="457200" lvl="1" indent="0">
              <a:lnSpc>
                <a:spcPct val="90000"/>
              </a:lnSpc>
              <a:buNone/>
            </a:pPr>
            <a:endParaRPr lang="en-IN" sz="1000"/>
          </a:p>
          <a:p>
            <a:pPr marL="457200" lvl="1" indent="0">
              <a:lnSpc>
                <a:spcPct val="90000"/>
              </a:lnSpc>
              <a:buNone/>
            </a:pPr>
            <a:endParaRPr lang="en-IN" sz="1000"/>
          </a:p>
          <a:p>
            <a:pPr>
              <a:lnSpc>
                <a:spcPct val="90000"/>
              </a:lnSpc>
            </a:pPr>
            <a:endParaRPr lang="en-IN" sz="1000"/>
          </a:p>
        </p:txBody>
      </p:sp>
    </p:spTree>
    <p:extLst>
      <p:ext uri="{BB962C8B-B14F-4D97-AF65-F5344CB8AC3E}">
        <p14:creationId xmlns:p14="http://schemas.microsoft.com/office/powerpoint/2010/main" val="1396576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4032</TotalTime>
  <Words>2609</Words>
  <Application>Microsoft Office PowerPoint</Application>
  <PresentationFormat>On-screen Show (4:3)</PresentationFormat>
  <Paragraphs>306</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Arial</vt:lpstr>
      <vt:lpstr>Calibri</vt:lpstr>
      <vt:lpstr>Office Theme</vt:lpstr>
      <vt:lpstr>Agentic AI</vt:lpstr>
      <vt:lpstr>Introduction to Agentic AI</vt:lpstr>
      <vt:lpstr>PowerPoint Presentation</vt:lpstr>
      <vt:lpstr>Why is agentic AI important? </vt:lpstr>
      <vt:lpstr>Agentic AI capabilities </vt:lpstr>
      <vt:lpstr>What are some risks associated with agentic AI? </vt:lpstr>
      <vt:lpstr>How to mitigate the risks </vt:lpstr>
      <vt:lpstr>Agent Workflow</vt:lpstr>
      <vt:lpstr>Types of Agents  </vt:lpstr>
      <vt:lpstr>Simple Reflex Agents</vt:lpstr>
      <vt:lpstr>Model-Based Agents</vt:lpstr>
      <vt:lpstr>Goal-Based Agents </vt:lpstr>
      <vt:lpstr>Utility-Based Agents </vt:lpstr>
      <vt:lpstr>Learning Agents </vt:lpstr>
      <vt:lpstr>Multi‑Agent Systems (MAS)</vt:lpstr>
      <vt:lpstr>Hierarchical Agent Systems </vt:lpstr>
      <vt:lpstr>MAS vs Hierarchical Agents </vt:lpstr>
      <vt:lpstr>What is AI orchestration? </vt:lpstr>
      <vt:lpstr>Why is AI orchestration important? </vt:lpstr>
      <vt:lpstr>How does AI orchestration work? </vt:lpstr>
      <vt:lpstr>Components of AI orchestration </vt:lpstr>
      <vt:lpstr>The essential components of agentic AI systems </vt:lpstr>
      <vt:lpstr>Perception Module</vt:lpstr>
      <vt:lpstr>Reasoning &amp; Planning Engine</vt:lpstr>
      <vt:lpstr>Memory Systems</vt:lpstr>
      <vt:lpstr>Action &amp; Execution Module</vt:lpstr>
      <vt:lpstr>Feedback Loops</vt:lpstr>
      <vt:lpstr> Agent Frameworks &amp; Tools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Amol Shinde, Atharva</cp:lastModifiedBy>
  <cp:revision>11</cp:revision>
  <dcterms:created xsi:type="dcterms:W3CDTF">2013-01-27T09:14:16Z</dcterms:created>
  <dcterms:modified xsi:type="dcterms:W3CDTF">2026-03-23T06:35:29Z</dcterms:modified>
  <cp:category/>
</cp:coreProperties>
</file>